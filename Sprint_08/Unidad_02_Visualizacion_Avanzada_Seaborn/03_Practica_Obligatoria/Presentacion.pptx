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90" r:id="rId2"/>
    <p:sldId id="291" r:id="rId3"/>
    <p:sldId id="292" r:id="rId4"/>
    <p:sldId id="293" r:id="rId5"/>
    <p:sldId id="294" r:id="rId6"/>
    <p:sldId id="295" r:id="rId7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9"/>
      <p:bold r:id="rId10"/>
      <p:italic r:id="rId11"/>
      <p:boldItalic r:id="rId12"/>
    </p:embeddedFont>
    <p:embeddedFont>
      <p:font typeface="Fira Sans Extra Condensed Medium" panose="020B0603050000020004" pitchFamily="34" charset="0"/>
      <p:regular r:id="rId13"/>
      <p:bold r:id="rId14"/>
      <p:italic r:id="rId15"/>
      <p:boldItalic r:id="rId16"/>
    </p:embeddedFont>
    <p:embeddedFont>
      <p:font typeface="Poppins" pitchFamily="2" charset="77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>
        <p:scale>
          <a:sx n="145" d="100"/>
          <a:sy n="145" d="100"/>
        </p:scale>
        <p:origin x="87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1658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0805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0345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>
          <a:extLst>
            <a:ext uri="{FF2B5EF4-FFF2-40B4-BE49-F238E27FC236}">
              <a16:creationId xmlns:a16="http://schemas.microsoft.com/office/drawing/2014/main" id="{D9094925-28F7-5C0F-99AE-BAA162FF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9443600460_0_380:notes">
            <a:extLst>
              <a:ext uri="{FF2B5EF4-FFF2-40B4-BE49-F238E27FC236}">
                <a16:creationId xmlns:a16="http://schemas.microsoft.com/office/drawing/2014/main" id="{8BFD9528-5266-48D0-B828-6F024C84D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816" name="Google Shape;816;g9443600460_0_380:notes">
            <a:extLst>
              <a:ext uri="{FF2B5EF4-FFF2-40B4-BE49-F238E27FC236}">
                <a16:creationId xmlns:a16="http://schemas.microsoft.com/office/drawing/2014/main" id="{A7BDE9AC-D559-DF41-6C94-EADBF6A68B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Southampton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799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4140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57200" y="1121450"/>
            <a:ext cx="822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57200" y="4140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4000"/>
            <a:ext cx="82296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40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21450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EA4335"/>
          </p15:clr>
        </p15:guide>
        <p15:guide id="2" pos="5472">
          <p15:clr>
            <a:srgbClr val="EA4335"/>
          </p15:clr>
        </p15:guide>
        <p15:guide id="3" orient="horz" pos="261">
          <p15:clr>
            <a:srgbClr val="EA4335"/>
          </p15:clr>
        </p15:guide>
        <p15:guide id="4" orient="horz" pos="29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61;p41">
            <a:extLst>
              <a:ext uri="{FF2B5EF4-FFF2-40B4-BE49-F238E27FC236}">
                <a16:creationId xmlns:a16="http://schemas.microsoft.com/office/drawing/2014/main" id="{E1F185D5-7330-7D49-0EA8-9CDFE83DBEEA}"/>
              </a:ext>
            </a:extLst>
          </p:cNvPr>
          <p:cNvSpPr txBox="1">
            <a:spLocks/>
          </p:cNvSpPr>
          <p:nvPr/>
        </p:nvSpPr>
        <p:spPr>
          <a:xfrm>
            <a:off x="457200" y="151251"/>
            <a:ext cx="82296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5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GB" dirty="0"/>
              <a:t>Muertes en Titanic</a:t>
            </a:r>
          </a:p>
        </p:txBody>
      </p:sp>
      <p:grpSp>
        <p:nvGrpSpPr>
          <p:cNvPr id="4" name="Google Shape;962;p41">
            <a:extLst>
              <a:ext uri="{FF2B5EF4-FFF2-40B4-BE49-F238E27FC236}">
                <a16:creationId xmlns:a16="http://schemas.microsoft.com/office/drawing/2014/main" id="{82C4385D-ECB8-A50E-B902-C7B0C169CA0F}"/>
              </a:ext>
            </a:extLst>
          </p:cNvPr>
          <p:cNvGrpSpPr/>
          <p:nvPr/>
        </p:nvGrpSpPr>
        <p:grpSpPr>
          <a:xfrm>
            <a:off x="5367197" y="3596714"/>
            <a:ext cx="1464469" cy="583839"/>
            <a:chOff x="1638072" y="3501541"/>
            <a:chExt cx="1464469" cy="583839"/>
          </a:xfrm>
        </p:grpSpPr>
        <p:sp>
          <p:nvSpPr>
            <p:cNvPr id="5" name="Google Shape;963;p41">
              <a:extLst>
                <a:ext uri="{FF2B5EF4-FFF2-40B4-BE49-F238E27FC236}">
                  <a16:creationId xmlns:a16="http://schemas.microsoft.com/office/drawing/2014/main" id="{EAF0E095-B3A8-E744-E52E-559CC646E689}"/>
                </a:ext>
              </a:extLst>
            </p:cNvPr>
            <p:cNvSpPr/>
            <p:nvPr/>
          </p:nvSpPr>
          <p:spPr>
            <a:xfrm>
              <a:off x="1638072" y="3629939"/>
              <a:ext cx="1464469" cy="455440"/>
            </a:xfrm>
            <a:custGeom>
              <a:avLst/>
              <a:gdLst/>
              <a:ahLst/>
              <a:cxnLst/>
              <a:rect l="l" t="t" r="r" b="b"/>
              <a:pathLst>
                <a:path w="24351" h="7573" extrusionOk="0">
                  <a:moveTo>
                    <a:pt x="0" y="1"/>
                  </a:moveTo>
                  <a:lnTo>
                    <a:pt x="0" y="5471"/>
                  </a:lnTo>
                  <a:cubicBezTo>
                    <a:pt x="0" y="6639"/>
                    <a:pt x="5471" y="7573"/>
                    <a:pt x="12175" y="7573"/>
                  </a:cubicBezTo>
                  <a:cubicBezTo>
                    <a:pt x="18914" y="7573"/>
                    <a:pt x="24351" y="6639"/>
                    <a:pt x="24351" y="5471"/>
                  </a:cubicBezTo>
                  <a:lnTo>
                    <a:pt x="24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64;p41">
              <a:extLst>
                <a:ext uri="{FF2B5EF4-FFF2-40B4-BE49-F238E27FC236}">
                  <a16:creationId xmlns:a16="http://schemas.microsoft.com/office/drawing/2014/main" id="{D60F481C-9D21-5074-0E1B-FB1BA6C7F306}"/>
                </a:ext>
              </a:extLst>
            </p:cNvPr>
            <p:cNvSpPr/>
            <p:nvPr/>
          </p:nvSpPr>
          <p:spPr>
            <a:xfrm>
              <a:off x="1638072" y="3501541"/>
              <a:ext cx="1464469" cy="254873"/>
            </a:xfrm>
            <a:custGeom>
              <a:avLst/>
              <a:gdLst/>
              <a:ahLst/>
              <a:cxnLst/>
              <a:rect l="l" t="t" r="r" b="b"/>
              <a:pathLst>
                <a:path w="24351" h="4238" extrusionOk="0">
                  <a:moveTo>
                    <a:pt x="12175" y="1"/>
                  </a:moveTo>
                  <a:cubicBezTo>
                    <a:pt x="5471" y="1"/>
                    <a:pt x="0" y="968"/>
                    <a:pt x="0" y="2136"/>
                  </a:cubicBezTo>
                  <a:cubicBezTo>
                    <a:pt x="0" y="3303"/>
                    <a:pt x="5471" y="4237"/>
                    <a:pt x="12175" y="4237"/>
                  </a:cubicBezTo>
                  <a:cubicBezTo>
                    <a:pt x="18914" y="4237"/>
                    <a:pt x="24351" y="3303"/>
                    <a:pt x="24351" y="2136"/>
                  </a:cubicBezTo>
                  <a:cubicBezTo>
                    <a:pt x="24351" y="968"/>
                    <a:pt x="18914" y="1"/>
                    <a:pt x="12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965;p41">
            <a:extLst>
              <a:ext uri="{FF2B5EF4-FFF2-40B4-BE49-F238E27FC236}">
                <a16:creationId xmlns:a16="http://schemas.microsoft.com/office/drawing/2014/main" id="{150D7D5E-5138-C0F6-88B7-713B331E7974}"/>
              </a:ext>
            </a:extLst>
          </p:cNvPr>
          <p:cNvSpPr/>
          <p:nvPr/>
        </p:nvSpPr>
        <p:spPr>
          <a:xfrm>
            <a:off x="5626723" y="2943447"/>
            <a:ext cx="945390" cy="477898"/>
          </a:xfrm>
          <a:custGeom>
            <a:avLst/>
            <a:gdLst/>
            <a:ahLst/>
            <a:cxnLst/>
            <a:rect l="l" t="t" r="r" b="b"/>
            <a:pathLst>
              <a:path w="12210" h="6172" extrusionOk="0">
                <a:moveTo>
                  <a:pt x="1" y="1"/>
                </a:moveTo>
                <a:lnTo>
                  <a:pt x="1" y="5305"/>
                </a:lnTo>
                <a:lnTo>
                  <a:pt x="5571" y="5305"/>
                </a:lnTo>
                <a:lnTo>
                  <a:pt x="6105" y="6172"/>
                </a:lnTo>
                <a:lnTo>
                  <a:pt x="6672" y="5305"/>
                </a:lnTo>
                <a:lnTo>
                  <a:pt x="12209" y="5305"/>
                </a:lnTo>
                <a:lnTo>
                  <a:pt x="1220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969;p41">
            <a:extLst>
              <a:ext uri="{FF2B5EF4-FFF2-40B4-BE49-F238E27FC236}">
                <a16:creationId xmlns:a16="http://schemas.microsoft.com/office/drawing/2014/main" id="{C3678124-95BD-D5CC-5879-A98B1B8F3273}"/>
              </a:ext>
            </a:extLst>
          </p:cNvPr>
          <p:cNvGrpSpPr/>
          <p:nvPr/>
        </p:nvGrpSpPr>
        <p:grpSpPr>
          <a:xfrm>
            <a:off x="7091080" y="2282022"/>
            <a:ext cx="1464469" cy="1898530"/>
            <a:chOff x="4189881" y="2072324"/>
            <a:chExt cx="1464469" cy="884779"/>
          </a:xfrm>
        </p:grpSpPr>
        <p:sp>
          <p:nvSpPr>
            <p:cNvPr id="12" name="Google Shape;970;p41">
              <a:extLst>
                <a:ext uri="{FF2B5EF4-FFF2-40B4-BE49-F238E27FC236}">
                  <a16:creationId xmlns:a16="http://schemas.microsoft.com/office/drawing/2014/main" id="{1FFF8C5E-CBB2-5D93-2348-C0D554B2D8F4}"/>
                </a:ext>
              </a:extLst>
            </p:cNvPr>
            <p:cNvSpPr/>
            <p:nvPr/>
          </p:nvSpPr>
          <p:spPr>
            <a:xfrm>
              <a:off x="4191866" y="2200722"/>
              <a:ext cx="1462485" cy="756381"/>
            </a:xfrm>
            <a:custGeom>
              <a:avLst/>
              <a:gdLst/>
              <a:ahLst/>
              <a:cxnLst/>
              <a:rect l="l" t="t" r="r" b="b"/>
              <a:pathLst>
                <a:path w="24318" h="12577" extrusionOk="0">
                  <a:moveTo>
                    <a:pt x="1" y="0"/>
                  </a:moveTo>
                  <a:lnTo>
                    <a:pt x="1" y="10475"/>
                  </a:lnTo>
                  <a:cubicBezTo>
                    <a:pt x="1" y="11642"/>
                    <a:pt x="5438" y="12576"/>
                    <a:pt x="12143" y="12576"/>
                  </a:cubicBezTo>
                  <a:cubicBezTo>
                    <a:pt x="18881" y="12576"/>
                    <a:pt x="24318" y="11642"/>
                    <a:pt x="24318" y="10475"/>
                  </a:cubicBezTo>
                  <a:lnTo>
                    <a:pt x="243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1;p41">
              <a:extLst>
                <a:ext uri="{FF2B5EF4-FFF2-40B4-BE49-F238E27FC236}">
                  <a16:creationId xmlns:a16="http://schemas.microsoft.com/office/drawing/2014/main" id="{6B6AE834-3ECD-2843-B7DE-8979F003AFBB}"/>
                </a:ext>
              </a:extLst>
            </p:cNvPr>
            <p:cNvSpPr/>
            <p:nvPr/>
          </p:nvSpPr>
          <p:spPr>
            <a:xfrm>
              <a:off x="4189881" y="2072324"/>
              <a:ext cx="1464469" cy="254813"/>
            </a:xfrm>
            <a:custGeom>
              <a:avLst/>
              <a:gdLst/>
              <a:ahLst/>
              <a:cxnLst/>
              <a:rect l="l" t="t" r="r" b="b"/>
              <a:pathLst>
                <a:path w="24351" h="4237" extrusionOk="0">
                  <a:moveTo>
                    <a:pt x="12176" y="1"/>
                  </a:moveTo>
                  <a:cubicBezTo>
                    <a:pt x="5471" y="1"/>
                    <a:pt x="0" y="968"/>
                    <a:pt x="0" y="2135"/>
                  </a:cubicBezTo>
                  <a:cubicBezTo>
                    <a:pt x="0" y="3303"/>
                    <a:pt x="5471" y="4237"/>
                    <a:pt x="12176" y="4237"/>
                  </a:cubicBezTo>
                  <a:cubicBezTo>
                    <a:pt x="18914" y="4237"/>
                    <a:pt x="24351" y="3303"/>
                    <a:pt x="24351" y="2135"/>
                  </a:cubicBezTo>
                  <a:cubicBezTo>
                    <a:pt x="24351" y="968"/>
                    <a:pt x="18914" y="1"/>
                    <a:pt x="121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975;p41">
            <a:extLst>
              <a:ext uri="{FF2B5EF4-FFF2-40B4-BE49-F238E27FC236}">
                <a16:creationId xmlns:a16="http://schemas.microsoft.com/office/drawing/2014/main" id="{88070D68-D7F1-1453-06B1-A7557EB03CD7}"/>
              </a:ext>
            </a:extLst>
          </p:cNvPr>
          <p:cNvSpPr txBox="1"/>
          <p:nvPr/>
        </p:nvSpPr>
        <p:spPr>
          <a:xfrm>
            <a:off x="5351527" y="4332066"/>
            <a:ext cx="14958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0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Muertas</a:t>
            </a:r>
            <a:endParaRPr sz="2000" b="1" dirty="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" name="Google Shape;977;p41">
            <a:extLst>
              <a:ext uri="{FF2B5EF4-FFF2-40B4-BE49-F238E27FC236}">
                <a16:creationId xmlns:a16="http://schemas.microsoft.com/office/drawing/2014/main" id="{9A0EE845-9220-2E17-BF08-E9726ECE6F45}"/>
              </a:ext>
            </a:extLst>
          </p:cNvPr>
          <p:cNvSpPr txBox="1"/>
          <p:nvPr/>
        </p:nvSpPr>
        <p:spPr>
          <a:xfrm>
            <a:off x="7088668" y="4332941"/>
            <a:ext cx="14958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000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Muertos</a:t>
            </a:r>
            <a:endParaRPr sz="20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" name="Google Shape;978;p41">
            <a:extLst>
              <a:ext uri="{FF2B5EF4-FFF2-40B4-BE49-F238E27FC236}">
                <a16:creationId xmlns:a16="http://schemas.microsoft.com/office/drawing/2014/main" id="{B4226C72-48D3-623B-88FF-CA4976D858C4}"/>
              </a:ext>
            </a:extLst>
          </p:cNvPr>
          <p:cNvSpPr txBox="1"/>
          <p:nvPr/>
        </p:nvSpPr>
        <p:spPr>
          <a:xfrm>
            <a:off x="5659022" y="2995011"/>
            <a:ext cx="8808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26</a:t>
            </a:r>
            <a:r>
              <a:rPr lang="en-GB" sz="2000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Google Shape;981;p41">
            <a:extLst>
              <a:ext uri="{FF2B5EF4-FFF2-40B4-BE49-F238E27FC236}">
                <a16:creationId xmlns:a16="http://schemas.microsoft.com/office/drawing/2014/main" id="{0BE238CD-D741-3AAC-0BB6-1AD63703D316}"/>
              </a:ext>
            </a:extLst>
          </p:cNvPr>
          <p:cNvSpPr/>
          <p:nvPr/>
        </p:nvSpPr>
        <p:spPr>
          <a:xfrm>
            <a:off x="7350665" y="1639760"/>
            <a:ext cx="945390" cy="477898"/>
          </a:xfrm>
          <a:custGeom>
            <a:avLst/>
            <a:gdLst/>
            <a:ahLst/>
            <a:cxnLst/>
            <a:rect l="l" t="t" r="r" b="b"/>
            <a:pathLst>
              <a:path w="12210" h="6172" extrusionOk="0">
                <a:moveTo>
                  <a:pt x="1" y="1"/>
                </a:moveTo>
                <a:lnTo>
                  <a:pt x="1" y="5305"/>
                </a:lnTo>
                <a:lnTo>
                  <a:pt x="5571" y="5305"/>
                </a:lnTo>
                <a:lnTo>
                  <a:pt x="6105" y="6172"/>
                </a:lnTo>
                <a:lnTo>
                  <a:pt x="6672" y="5305"/>
                </a:lnTo>
                <a:lnTo>
                  <a:pt x="12209" y="5305"/>
                </a:lnTo>
                <a:lnTo>
                  <a:pt x="1220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982;p41">
            <a:extLst>
              <a:ext uri="{FF2B5EF4-FFF2-40B4-BE49-F238E27FC236}">
                <a16:creationId xmlns:a16="http://schemas.microsoft.com/office/drawing/2014/main" id="{4B6A1772-030F-9651-4FC9-215D5DB5F029}"/>
              </a:ext>
            </a:extLst>
          </p:cNvPr>
          <p:cNvSpPr txBox="1"/>
          <p:nvPr/>
        </p:nvSpPr>
        <p:spPr>
          <a:xfrm>
            <a:off x="7382964" y="1691324"/>
            <a:ext cx="8808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81</a:t>
            </a:r>
            <a:r>
              <a:rPr lang="en-GB" sz="2000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819;p38">
            <a:extLst>
              <a:ext uri="{FF2B5EF4-FFF2-40B4-BE49-F238E27FC236}">
                <a16:creationId xmlns:a16="http://schemas.microsoft.com/office/drawing/2014/main" id="{949F2261-C750-B2D7-81AB-7EEB7B814FA1}"/>
              </a:ext>
            </a:extLst>
          </p:cNvPr>
          <p:cNvSpPr/>
          <p:nvPr/>
        </p:nvSpPr>
        <p:spPr>
          <a:xfrm rot="10800000">
            <a:off x="3251110" y="1584550"/>
            <a:ext cx="754500" cy="272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820;p38">
            <a:extLst>
              <a:ext uri="{FF2B5EF4-FFF2-40B4-BE49-F238E27FC236}">
                <a16:creationId xmlns:a16="http://schemas.microsoft.com/office/drawing/2014/main" id="{5BDC02D5-746C-FA7B-228F-353927A96808}"/>
              </a:ext>
            </a:extLst>
          </p:cNvPr>
          <p:cNvSpPr txBox="1"/>
          <p:nvPr/>
        </p:nvSpPr>
        <p:spPr>
          <a:xfrm>
            <a:off x="3174926" y="3782912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468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1" name="Google Shape;821;p38">
            <a:extLst>
              <a:ext uri="{FF2B5EF4-FFF2-40B4-BE49-F238E27FC236}">
                <a16:creationId xmlns:a16="http://schemas.microsoft.com/office/drawing/2014/main" id="{26F80489-7E92-AA50-B01E-459BAA9B9583}"/>
              </a:ext>
            </a:extLst>
          </p:cNvPr>
          <p:cNvSpPr/>
          <p:nvPr/>
        </p:nvSpPr>
        <p:spPr>
          <a:xfrm rot="10800000">
            <a:off x="2496685" y="3204370"/>
            <a:ext cx="754500" cy="11044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822;p38">
            <a:extLst>
              <a:ext uri="{FF2B5EF4-FFF2-40B4-BE49-F238E27FC236}">
                <a16:creationId xmlns:a16="http://schemas.microsoft.com/office/drawing/2014/main" id="{45BD49BD-990F-A028-D030-4666E265C71A}"/>
              </a:ext>
            </a:extLst>
          </p:cNvPr>
          <p:cNvSpPr txBox="1"/>
          <p:nvPr/>
        </p:nvSpPr>
        <p:spPr>
          <a:xfrm>
            <a:off x="2363618" y="3806763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109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" name="Google Shape;823;p38">
            <a:extLst>
              <a:ext uri="{FF2B5EF4-FFF2-40B4-BE49-F238E27FC236}">
                <a16:creationId xmlns:a16="http://schemas.microsoft.com/office/drawing/2014/main" id="{8079512A-1B6C-3E4A-CC6A-46D59272EC6A}"/>
              </a:ext>
            </a:extLst>
          </p:cNvPr>
          <p:cNvSpPr/>
          <p:nvPr/>
        </p:nvSpPr>
        <p:spPr>
          <a:xfrm rot="10800000">
            <a:off x="229663" y="2282021"/>
            <a:ext cx="754500" cy="2020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4" name="Google Shape;824;p38">
            <a:extLst>
              <a:ext uri="{FF2B5EF4-FFF2-40B4-BE49-F238E27FC236}">
                <a16:creationId xmlns:a16="http://schemas.microsoft.com/office/drawing/2014/main" id="{09F341F8-48DB-5463-808C-52DF0E165D74}"/>
              </a:ext>
            </a:extLst>
          </p:cNvPr>
          <p:cNvSpPr txBox="1"/>
          <p:nvPr/>
        </p:nvSpPr>
        <p:spPr>
          <a:xfrm rot="-5400000">
            <a:off x="1711335" y="3615935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5" name="Google Shape;825;p38">
            <a:extLst>
              <a:ext uri="{FF2B5EF4-FFF2-40B4-BE49-F238E27FC236}">
                <a16:creationId xmlns:a16="http://schemas.microsoft.com/office/drawing/2014/main" id="{AA190925-581D-9AD4-0CDC-3DAA61538A65}"/>
              </a:ext>
            </a:extLst>
          </p:cNvPr>
          <p:cNvSpPr/>
          <p:nvPr/>
        </p:nvSpPr>
        <p:spPr>
          <a:xfrm rot="10800000">
            <a:off x="987810" y="3374462"/>
            <a:ext cx="754500" cy="9343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66" name="Google Shape;826;p38">
            <a:extLst>
              <a:ext uri="{FF2B5EF4-FFF2-40B4-BE49-F238E27FC236}">
                <a16:creationId xmlns:a16="http://schemas.microsoft.com/office/drawing/2014/main" id="{3D4AD760-C907-CA29-D43A-6884E0355CB7}"/>
              </a:ext>
            </a:extLst>
          </p:cNvPr>
          <p:cNvSpPr txBox="1"/>
          <p:nvPr/>
        </p:nvSpPr>
        <p:spPr>
          <a:xfrm>
            <a:off x="828467" y="3830617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81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7" name="Google Shape;829;p38">
            <a:extLst>
              <a:ext uri="{FF2B5EF4-FFF2-40B4-BE49-F238E27FC236}">
                <a16:creationId xmlns:a16="http://schemas.microsoft.com/office/drawing/2014/main" id="{80117305-C225-025B-D789-43F480CED2BE}"/>
              </a:ext>
            </a:extLst>
          </p:cNvPr>
          <p:cNvSpPr txBox="1"/>
          <p:nvPr/>
        </p:nvSpPr>
        <p:spPr>
          <a:xfrm>
            <a:off x="3251109" y="4379412"/>
            <a:ext cx="18798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Muertos</a:t>
            </a:r>
            <a:endParaRPr sz="16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8" name="Google Shape;831;p38">
            <a:extLst>
              <a:ext uri="{FF2B5EF4-FFF2-40B4-BE49-F238E27FC236}">
                <a16:creationId xmlns:a16="http://schemas.microsoft.com/office/drawing/2014/main" id="{BFEEFE2A-010D-6C8E-CFDB-BA777BE45A8D}"/>
              </a:ext>
            </a:extLst>
          </p:cNvPr>
          <p:cNvSpPr txBox="1"/>
          <p:nvPr/>
        </p:nvSpPr>
        <p:spPr>
          <a:xfrm>
            <a:off x="2546747" y="4385022"/>
            <a:ext cx="754425" cy="38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Vivos</a:t>
            </a:r>
            <a:endParaRPr sz="16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9" name="Google Shape;826;p38">
            <a:extLst>
              <a:ext uri="{FF2B5EF4-FFF2-40B4-BE49-F238E27FC236}">
                <a16:creationId xmlns:a16="http://schemas.microsoft.com/office/drawing/2014/main" id="{1CA52B10-AA16-E1D0-795E-8DFFFE9A7947}"/>
              </a:ext>
            </a:extLst>
          </p:cNvPr>
          <p:cNvSpPr txBox="1"/>
          <p:nvPr/>
        </p:nvSpPr>
        <p:spPr>
          <a:xfrm>
            <a:off x="138027" y="3831946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233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0" name="Google Shape;829;p38">
            <a:extLst>
              <a:ext uri="{FF2B5EF4-FFF2-40B4-BE49-F238E27FC236}">
                <a16:creationId xmlns:a16="http://schemas.microsoft.com/office/drawing/2014/main" id="{0447E5AC-DDD8-3A35-E651-9FCDC73FAB69}"/>
              </a:ext>
            </a:extLst>
          </p:cNvPr>
          <p:cNvSpPr txBox="1"/>
          <p:nvPr/>
        </p:nvSpPr>
        <p:spPr>
          <a:xfrm>
            <a:off x="938604" y="4380737"/>
            <a:ext cx="18798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Muertas</a:t>
            </a:r>
            <a:endParaRPr sz="16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1" name="Google Shape;831;p38">
            <a:extLst>
              <a:ext uri="{FF2B5EF4-FFF2-40B4-BE49-F238E27FC236}">
                <a16:creationId xmlns:a16="http://schemas.microsoft.com/office/drawing/2014/main" id="{2FB1C4F8-9A4F-86E9-C526-7742E35CA70E}"/>
              </a:ext>
            </a:extLst>
          </p:cNvPr>
          <p:cNvSpPr txBox="1"/>
          <p:nvPr/>
        </p:nvSpPr>
        <p:spPr>
          <a:xfrm>
            <a:off x="234242" y="4386347"/>
            <a:ext cx="754425" cy="38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Vivas</a:t>
            </a:r>
            <a:endParaRPr sz="16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2" name="Google Shape;59;p15">
            <a:extLst>
              <a:ext uri="{FF2B5EF4-FFF2-40B4-BE49-F238E27FC236}">
                <a16:creationId xmlns:a16="http://schemas.microsoft.com/office/drawing/2014/main" id="{ABEEC334-0AAA-1F5D-4283-5A2B34052C1E}"/>
              </a:ext>
            </a:extLst>
          </p:cNvPr>
          <p:cNvSpPr txBox="1">
            <a:spLocks/>
          </p:cNvSpPr>
          <p:nvPr/>
        </p:nvSpPr>
        <p:spPr>
          <a:xfrm>
            <a:off x="229662" y="845518"/>
            <a:ext cx="1657847" cy="467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b="1" dirty="0">
                <a:solidFill>
                  <a:schemeClr val="accent3"/>
                </a:solidFill>
                <a:latin typeface="Fira Sans Extra Condensed"/>
              </a:rPr>
              <a:t>Número de Mujeres</a:t>
            </a:r>
          </a:p>
        </p:txBody>
      </p:sp>
      <p:sp>
        <p:nvSpPr>
          <p:cNvPr id="78" name="Google Shape;59;p15">
            <a:extLst>
              <a:ext uri="{FF2B5EF4-FFF2-40B4-BE49-F238E27FC236}">
                <a16:creationId xmlns:a16="http://schemas.microsoft.com/office/drawing/2014/main" id="{A684106B-C5CA-4C37-45B8-AC664A790938}"/>
              </a:ext>
            </a:extLst>
          </p:cNvPr>
          <p:cNvSpPr txBox="1">
            <a:spLocks/>
          </p:cNvSpPr>
          <p:nvPr/>
        </p:nvSpPr>
        <p:spPr>
          <a:xfrm>
            <a:off x="2363619" y="845518"/>
            <a:ext cx="1691696" cy="467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b="1" dirty="0">
                <a:solidFill>
                  <a:schemeClr val="accent6"/>
                </a:solidFill>
                <a:latin typeface="Fira Sans Extra Condensed"/>
              </a:rPr>
              <a:t>Número de Hombres</a:t>
            </a:r>
          </a:p>
        </p:txBody>
      </p:sp>
      <p:sp>
        <p:nvSpPr>
          <p:cNvPr id="79" name="Google Shape;59;p15">
            <a:extLst>
              <a:ext uri="{FF2B5EF4-FFF2-40B4-BE49-F238E27FC236}">
                <a16:creationId xmlns:a16="http://schemas.microsoft.com/office/drawing/2014/main" id="{3F1E1243-381D-F6E6-80FD-B877DFF8C939}"/>
              </a:ext>
            </a:extLst>
          </p:cNvPr>
          <p:cNvSpPr txBox="1">
            <a:spLocks/>
          </p:cNvSpPr>
          <p:nvPr/>
        </p:nvSpPr>
        <p:spPr>
          <a:xfrm>
            <a:off x="5215909" y="900075"/>
            <a:ext cx="1793945" cy="467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b="1" dirty="0">
                <a:solidFill>
                  <a:schemeClr val="accent3"/>
                </a:solidFill>
                <a:latin typeface="Fira Sans Extra Condensed"/>
              </a:rPr>
              <a:t>Porcentaje</a:t>
            </a:r>
            <a:r>
              <a:rPr lang="en-GB" dirty="0"/>
              <a:t> </a:t>
            </a:r>
            <a:r>
              <a:rPr lang="en-GB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Mujeres</a:t>
            </a:r>
            <a:endParaRPr lang="en-GB" dirty="0"/>
          </a:p>
        </p:txBody>
      </p:sp>
      <p:sp>
        <p:nvSpPr>
          <p:cNvPr id="80" name="Google Shape;59;p15">
            <a:extLst>
              <a:ext uri="{FF2B5EF4-FFF2-40B4-BE49-F238E27FC236}">
                <a16:creationId xmlns:a16="http://schemas.microsoft.com/office/drawing/2014/main" id="{C9AFC4DB-A76A-001F-E9E8-5F5816D57F6E}"/>
              </a:ext>
            </a:extLst>
          </p:cNvPr>
          <p:cNvSpPr txBox="1">
            <a:spLocks/>
          </p:cNvSpPr>
          <p:nvPr/>
        </p:nvSpPr>
        <p:spPr>
          <a:xfrm>
            <a:off x="7011155" y="884888"/>
            <a:ext cx="1862499" cy="467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b="1" dirty="0">
                <a:solidFill>
                  <a:schemeClr val="accent6"/>
                </a:solidFill>
                <a:latin typeface="Fira Sans Extra Condensed"/>
              </a:rPr>
              <a:t>Porcentaje Hombres</a:t>
            </a:r>
          </a:p>
        </p:txBody>
      </p:sp>
      <p:sp>
        <p:nvSpPr>
          <p:cNvPr id="81" name="Google Shape;163;p18">
            <a:extLst>
              <a:ext uri="{FF2B5EF4-FFF2-40B4-BE49-F238E27FC236}">
                <a16:creationId xmlns:a16="http://schemas.microsoft.com/office/drawing/2014/main" id="{EC70A1DF-80B3-C503-BADF-B04CF531F392}"/>
              </a:ext>
            </a:extLst>
          </p:cNvPr>
          <p:cNvSpPr/>
          <p:nvPr/>
        </p:nvSpPr>
        <p:spPr>
          <a:xfrm rot="5400000">
            <a:off x="2781365" y="2924014"/>
            <a:ext cx="3590731" cy="118613"/>
          </a:xfrm>
          <a:custGeom>
            <a:avLst/>
            <a:gdLst/>
            <a:ahLst/>
            <a:cxnLst/>
            <a:rect l="l" t="t" r="r" b="b"/>
            <a:pathLst>
              <a:path w="30422" h="1904" extrusionOk="0">
                <a:moveTo>
                  <a:pt x="1" y="1"/>
                </a:moveTo>
                <a:lnTo>
                  <a:pt x="1" y="1903"/>
                </a:lnTo>
                <a:lnTo>
                  <a:pt x="29470" y="1903"/>
                </a:lnTo>
                <a:lnTo>
                  <a:pt x="29658" y="1890"/>
                </a:lnTo>
                <a:lnTo>
                  <a:pt x="30006" y="1742"/>
                </a:lnTo>
                <a:lnTo>
                  <a:pt x="30261" y="1488"/>
                </a:lnTo>
                <a:lnTo>
                  <a:pt x="30408" y="1140"/>
                </a:lnTo>
                <a:lnTo>
                  <a:pt x="30421" y="952"/>
                </a:lnTo>
                <a:lnTo>
                  <a:pt x="30408" y="751"/>
                </a:lnTo>
                <a:lnTo>
                  <a:pt x="30261" y="416"/>
                </a:lnTo>
                <a:lnTo>
                  <a:pt x="30006" y="148"/>
                </a:lnTo>
                <a:lnTo>
                  <a:pt x="29658" y="14"/>
                </a:lnTo>
                <a:lnTo>
                  <a:pt x="2947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163;p18">
            <a:extLst>
              <a:ext uri="{FF2B5EF4-FFF2-40B4-BE49-F238E27FC236}">
                <a16:creationId xmlns:a16="http://schemas.microsoft.com/office/drawing/2014/main" id="{AD0B8339-91B8-B21E-23B3-A970AD3D394E}"/>
              </a:ext>
            </a:extLst>
          </p:cNvPr>
          <p:cNvSpPr/>
          <p:nvPr/>
        </p:nvSpPr>
        <p:spPr>
          <a:xfrm rot="16200000">
            <a:off x="2734713" y="2714878"/>
            <a:ext cx="3682310" cy="119484"/>
          </a:xfrm>
          <a:custGeom>
            <a:avLst/>
            <a:gdLst/>
            <a:ahLst/>
            <a:cxnLst/>
            <a:rect l="l" t="t" r="r" b="b"/>
            <a:pathLst>
              <a:path w="30422" h="1904" extrusionOk="0">
                <a:moveTo>
                  <a:pt x="1" y="1"/>
                </a:moveTo>
                <a:lnTo>
                  <a:pt x="1" y="1903"/>
                </a:lnTo>
                <a:lnTo>
                  <a:pt x="29470" y="1903"/>
                </a:lnTo>
                <a:lnTo>
                  <a:pt x="29658" y="1890"/>
                </a:lnTo>
                <a:lnTo>
                  <a:pt x="30006" y="1742"/>
                </a:lnTo>
                <a:lnTo>
                  <a:pt x="30261" y="1488"/>
                </a:lnTo>
                <a:lnTo>
                  <a:pt x="30408" y="1140"/>
                </a:lnTo>
                <a:lnTo>
                  <a:pt x="30421" y="952"/>
                </a:lnTo>
                <a:lnTo>
                  <a:pt x="30408" y="751"/>
                </a:lnTo>
                <a:lnTo>
                  <a:pt x="30261" y="416"/>
                </a:lnTo>
                <a:lnTo>
                  <a:pt x="30006" y="148"/>
                </a:lnTo>
                <a:lnTo>
                  <a:pt x="29658" y="14"/>
                </a:lnTo>
                <a:lnTo>
                  <a:pt x="2947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03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19;p38">
            <a:extLst>
              <a:ext uri="{FF2B5EF4-FFF2-40B4-BE49-F238E27FC236}">
                <a16:creationId xmlns:a16="http://schemas.microsoft.com/office/drawing/2014/main" id="{59D6F1DC-719E-9E9A-66BC-ADB82071EB38}"/>
              </a:ext>
            </a:extLst>
          </p:cNvPr>
          <p:cNvSpPr/>
          <p:nvPr/>
        </p:nvSpPr>
        <p:spPr>
          <a:xfrm rot="10800000">
            <a:off x="4340910" y="3387174"/>
            <a:ext cx="754500" cy="8399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20;p38">
            <a:extLst>
              <a:ext uri="{FF2B5EF4-FFF2-40B4-BE49-F238E27FC236}">
                <a16:creationId xmlns:a16="http://schemas.microsoft.com/office/drawing/2014/main" id="{828385A8-E7CF-A432-E31B-3921EA8942B6}"/>
              </a:ext>
            </a:extLst>
          </p:cNvPr>
          <p:cNvSpPr txBox="1"/>
          <p:nvPr/>
        </p:nvSpPr>
        <p:spPr>
          <a:xfrm>
            <a:off x="4264726" y="3701174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66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821;p38">
            <a:extLst>
              <a:ext uri="{FF2B5EF4-FFF2-40B4-BE49-F238E27FC236}">
                <a16:creationId xmlns:a16="http://schemas.microsoft.com/office/drawing/2014/main" id="{07A61EB4-945E-E412-0E0C-0255FCA092B6}"/>
              </a:ext>
            </a:extLst>
          </p:cNvPr>
          <p:cNvSpPr/>
          <p:nvPr/>
        </p:nvSpPr>
        <p:spPr>
          <a:xfrm rot="10800000">
            <a:off x="3586485" y="2563299"/>
            <a:ext cx="754500" cy="1663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822;p38">
            <a:extLst>
              <a:ext uri="{FF2B5EF4-FFF2-40B4-BE49-F238E27FC236}">
                <a16:creationId xmlns:a16="http://schemas.microsoft.com/office/drawing/2014/main" id="{B7389A2B-1D85-418D-7256-EB51113C0A28}"/>
              </a:ext>
            </a:extLst>
          </p:cNvPr>
          <p:cNvSpPr txBox="1"/>
          <p:nvPr/>
        </p:nvSpPr>
        <p:spPr>
          <a:xfrm>
            <a:off x="3453418" y="3725025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205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" name="Google Shape;823;p38">
            <a:extLst>
              <a:ext uri="{FF2B5EF4-FFF2-40B4-BE49-F238E27FC236}">
                <a16:creationId xmlns:a16="http://schemas.microsoft.com/office/drawing/2014/main" id="{A640C3D4-E892-ED2D-4A62-BF56D32F9E1F}"/>
              </a:ext>
            </a:extLst>
          </p:cNvPr>
          <p:cNvSpPr/>
          <p:nvPr/>
        </p:nvSpPr>
        <p:spPr>
          <a:xfrm rot="10800000">
            <a:off x="6555259" y="3205866"/>
            <a:ext cx="754500" cy="97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824;p38">
            <a:extLst>
              <a:ext uri="{FF2B5EF4-FFF2-40B4-BE49-F238E27FC236}">
                <a16:creationId xmlns:a16="http://schemas.microsoft.com/office/drawing/2014/main" id="{69956780-74AF-634C-EB76-78527C17957A}"/>
              </a:ext>
            </a:extLst>
          </p:cNvPr>
          <p:cNvSpPr txBox="1"/>
          <p:nvPr/>
        </p:nvSpPr>
        <p:spPr>
          <a:xfrm rot="-5400000">
            <a:off x="8036931" y="3489966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" name="Google Shape;825;p38">
            <a:extLst>
              <a:ext uri="{FF2B5EF4-FFF2-40B4-BE49-F238E27FC236}">
                <a16:creationId xmlns:a16="http://schemas.microsoft.com/office/drawing/2014/main" id="{0B33E5B3-AC27-31A9-8B29-0C8987BB5B08}"/>
              </a:ext>
            </a:extLst>
          </p:cNvPr>
          <p:cNvSpPr/>
          <p:nvPr/>
        </p:nvSpPr>
        <p:spPr>
          <a:xfrm rot="10800000">
            <a:off x="7313406" y="1219944"/>
            <a:ext cx="754500" cy="296293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10" name="Google Shape;826;p38">
            <a:extLst>
              <a:ext uri="{FF2B5EF4-FFF2-40B4-BE49-F238E27FC236}">
                <a16:creationId xmlns:a16="http://schemas.microsoft.com/office/drawing/2014/main" id="{522D1BE1-599A-3468-1AD0-320FA73978FE}"/>
              </a:ext>
            </a:extLst>
          </p:cNvPr>
          <p:cNvSpPr txBox="1"/>
          <p:nvPr/>
        </p:nvSpPr>
        <p:spPr>
          <a:xfrm>
            <a:off x="7154063" y="3704648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449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829;p38">
            <a:extLst>
              <a:ext uri="{FF2B5EF4-FFF2-40B4-BE49-F238E27FC236}">
                <a16:creationId xmlns:a16="http://schemas.microsoft.com/office/drawing/2014/main" id="{BA6D6619-7D49-1C7F-0122-80FF7ADD0367}"/>
              </a:ext>
            </a:extLst>
          </p:cNvPr>
          <p:cNvSpPr txBox="1"/>
          <p:nvPr/>
        </p:nvSpPr>
        <p:spPr>
          <a:xfrm>
            <a:off x="4259130" y="4310414"/>
            <a:ext cx="18798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Muertas</a:t>
            </a:r>
            <a:endParaRPr sz="16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" name="Google Shape;831;p38">
            <a:extLst>
              <a:ext uri="{FF2B5EF4-FFF2-40B4-BE49-F238E27FC236}">
                <a16:creationId xmlns:a16="http://schemas.microsoft.com/office/drawing/2014/main" id="{21D949A0-ACE8-DE1A-3EB1-A6C86FBB3D62}"/>
              </a:ext>
            </a:extLst>
          </p:cNvPr>
          <p:cNvSpPr txBox="1"/>
          <p:nvPr/>
        </p:nvSpPr>
        <p:spPr>
          <a:xfrm>
            <a:off x="3636547" y="4303284"/>
            <a:ext cx="754425" cy="38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Vivas</a:t>
            </a:r>
            <a:endParaRPr sz="16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7" name="Google Shape;826;p38">
            <a:extLst>
              <a:ext uri="{FF2B5EF4-FFF2-40B4-BE49-F238E27FC236}">
                <a16:creationId xmlns:a16="http://schemas.microsoft.com/office/drawing/2014/main" id="{FD367322-CF76-D638-13A0-8A3C720D7332}"/>
              </a:ext>
            </a:extLst>
          </p:cNvPr>
          <p:cNvSpPr txBox="1"/>
          <p:nvPr/>
        </p:nvSpPr>
        <p:spPr>
          <a:xfrm>
            <a:off x="6463623" y="3705977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88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8" name="Google Shape;829;p38">
            <a:extLst>
              <a:ext uri="{FF2B5EF4-FFF2-40B4-BE49-F238E27FC236}">
                <a16:creationId xmlns:a16="http://schemas.microsoft.com/office/drawing/2014/main" id="{0D168BE7-9BB0-85C1-568F-E7BD672B247D}"/>
              </a:ext>
            </a:extLst>
          </p:cNvPr>
          <p:cNvSpPr txBox="1"/>
          <p:nvPr/>
        </p:nvSpPr>
        <p:spPr>
          <a:xfrm>
            <a:off x="7264200" y="4254768"/>
            <a:ext cx="18798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Muertos</a:t>
            </a:r>
            <a:endParaRPr sz="16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" name="Google Shape;831;p38">
            <a:extLst>
              <a:ext uri="{FF2B5EF4-FFF2-40B4-BE49-F238E27FC236}">
                <a16:creationId xmlns:a16="http://schemas.microsoft.com/office/drawing/2014/main" id="{D55A6A18-27C2-F2FD-862E-6B3BE4532C14}"/>
              </a:ext>
            </a:extLst>
          </p:cNvPr>
          <p:cNvSpPr txBox="1"/>
          <p:nvPr/>
        </p:nvSpPr>
        <p:spPr>
          <a:xfrm>
            <a:off x="6559838" y="4260378"/>
            <a:ext cx="754425" cy="38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Vivos</a:t>
            </a:r>
            <a:endParaRPr sz="16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0" name="Google Shape;823;p38">
            <a:extLst>
              <a:ext uri="{FF2B5EF4-FFF2-40B4-BE49-F238E27FC236}">
                <a16:creationId xmlns:a16="http://schemas.microsoft.com/office/drawing/2014/main" id="{45EFA3EA-F547-3DDD-0EA3-0A7EF9FFC6F6}"/>
              </a:ext>
            </a:extLst>
          </p:cNvPr>
          <p:cNvSpPr/>
          <p:nvPr/>
        </p:nvSpPr>
        <p:spPr>
          <a:xfrm rot="10800000">
            <a:off x="851089" y="3395205"/>
            <a:ext cx="754500" cy="7763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1" name="Google Shape;824;p38">
            <a:extLst>
              <a:ext uri="{FF2B5EF4-FFF2-40B4-BE49-F238E27FC236}">
                <a16:creationId xmlns:a16="http://schemas.microsoft.com/office/drawing/2014/main" id="{5EE46303-9F4A-7C63-9AEF-786297E6AE4C}"/>
              </a:ext>
            </a:extLst>
          </p:cNvPr>
          <p:cNvSpPr txBox="1"/>
          <p:nvPr/>
        </p:nvSpPr>
        <p:spPr>
          <a:xfrm rot="-5400000">
            <a:off x="2332761" y="3485133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2" name="Google Shape;825;p38">
            <a:extLst>
              <a:ext uri="{FF2B5EF4-FFF2-40B4-BE49-F238E27FC236}">
                <a16:creationId xmlns:a16="http://schemas.microsoft.com/office/drawing/2014/main" id="{07397604-43F3-D1BC-E072-5820B6FF7760}"/>
              </a:ext>
            </a:extLst>
          </p:cNvPr>
          <p:cNvSpPr/>
          <p:nvPr/>
        </p:nvSpPr>
        <p:spPr>
          <a:xfrm rot="10800000">
            <a:off x="1609236" y="3570134"/>
            <a:ext cx="754500" cy="6079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43" name="Google Shape;826;p38">
            <a:extLst>
              <a:ext uri="{FF2B5EF4-FFF2-40B4-BE49-F238E27FC236}">
                <a16:creationId xmlns:a16="http://schemas.microsoft.com/office/drawing/2014/main" id="{BAC3B177-B2A3-F11E-D190-EE5582823C0B}"/>
              </a:ext>
            </a:extLst>
          </p:cNvPr>
          <p:cNvSpPr txBox="1"/>
          <p:nvPr/>
        </p:nvSpPr>
        <p:spPr>
          <a:xfrm>
            <a:off x="1449893" y="3699815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34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4" name="Google Shape;826;p38">
            <a:extLst>
              <a:ext uri="{FF2B5EF4-FFF2-40B4-BE49-F238E27FC236}">
                <a16:creationId xmlns:a16="http://schemas.microsoft.com/office/drawing/2014/main" id="{7F3E6146-0078-8624-369E-3A3493CBA35D}"/>
              </a:ext>
            </a:extLst>
          </p:cNvPr>
          <p:cNvSpPr txBox="1"/>
          <p:nvPr/>
        </p:nvSpPr>
        <p:spPr>
          <a:xfrm>
            <a:off x="759453" y="3701144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49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5" name="Google Shape;831;p38">
            <a:extLst>
              <a:ext uri="{FF2B5EF4-FFF2-40B4-BE49-F238E27FC236}">
                <a16:creationId xmlns:a16="http://schemas.microsoft.com/office/drawing/2014/main" id="{103CD5A8-4AD2-0024-9EC1-B19668D07550}"/>
              </a:ext>
            </a:extLst>
          </p:cNvPr>
          <p:cNvSpPr txBox="1"/>
          <p:nvPr/>
        </p:nvSpPr>
        <p:spPr>
          <a:xfrm>
            <a:off x="855668" y="4255545"/>
            <a:ext cx="754425" cy="38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Vivos</a:t>
            </a:r>
            <a:endParaRPr sz="16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6" name="Google Shape;961;p41">
            <a:extLst>
              <a:ext uri="{FF2B5EF4-FFF2-40B4-BE49-F238E27FC236}">
                <a16:creationId xmlns:a16="http://schemas.microsoft.com/office/drawing/2014/main" id="{668800A8-E0B3-5CA0-A5D9-B9C905B03384}"/>
              </a:ext>
            </a:extLst>
          </p:cNvPr>
          <p:cNvSpPr txBox="1">
            <a:spLocks/>
          </p:cNvSpPr>
          <p:nvPr/>
        </p:nvSpPr>
        <p:spPr>
          <a:xfrm>
            <a:off x="457200" y="151251"/>
            <a:ext cx="82296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5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GB" dirty="0"/>
              <a:t>Mujeres y Niños Primero</a:t>
            </a:r>
          </a:p>
        </p:txBody>
      </p:sp>
      <p:sp>
        <p:nvSpPr>
          <p:cNvPr id="47" name="Google Shape;59;p15">
            <a:extLst>
              <a:ext uri="{FF2B5EF4-FFF2-40B4-BE49-F238E27FC236}">
                <a16:creationId xmlns:a16="http://schemas.microsoft.com/office/drawing/2014/main" id="{1DB3AAC3-6FF6-E69F-DCF1-DA59EC6843D9}"/>
              </a:ext>
            </a:extLst>
          </p:cNvPr>
          <p:cNvSpPr txBox="1">
            <a:spLocks/>
          </p:cNvSpPr>
          <p:nvPr/>
        </p:nvSpPr>
        <p:spPr>
          <a:xfrm>
            <a:off x="735967" y="775274"/>
            <a:ext cx="1787423" cy="467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Número de Niños</a:t>
            </a:r>
          </a:p>
        </p:txBody>
      </p:sp>
      <p:sp>
        <p:nvSpPr>
          <p:cNvPr id="48" name="Google Shape;59;p15">
            <a:extLst>
              <a:ext uri="{FF2B5EF4-FFF2-40B4-BE49-F238E27FC236}">
                <a16:creationId xmlns:a16="http://schemas.microsoft.com/office/drawing/2014/main" id="{AFA0CB79-F0F4-1E1D-1B11-B114D01FE532}"/>
              </a:ext>
            </a:extLst>
          </p:cNvPr>
          <p:cNvSpPr txBox="1">
            <a:spLocks/>
          </p:cNvSpPr>
          <p:nvPr/>
        </p:nvSpPr>
        <p:spPr>
          <a:xfrm>
            <a:off x="3359167" y="791130"/>
            <a:ext cx="2155508" cy="467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Número de Mujeres</a:t>
            </a:r>
          </a:p>
        </p:txBody>
      </p:sp>
      <p:sp>
        <p:nvSpPr>
          <p:cNvPr id="49" name="Google Shape;59;p15">
            <a:extLst>
              <a:ext uri="{FF2B5EF4-FFF2-40B4-BE49-F238E27FC236}">
                <a16:creationId xmlns:a16="http://schemas.microsoft.com/office/drawing/2014/main" id="{4B05310B-FCBC-51BC-AD67-2067589E19B1}"/>
              </a:ext>
            </a:extLst>
          </p:cNvPr>
          <p:cNvSpPr txBox="1">
            <a:spLocks/>
          </p:cNvSpPr>
          <p:nvPr/>
        </p:nvSpPr>
        <p:spPr>
          <a:xfrm>
            <a:off x="6355487" y="791129"/>
            <a:ext cx="2041165" cy="467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Número de Hombres</a:t>
            </a:r>
          </a:p>
        </p:txBody>
      </p:sp>
      <p:sp>
        <p:nvSpPr>
          <p:cNvPr id="50" name="Google Shape;829;p38">
            <a:extLst>
              <a:ext uri="{FF2B5EF4-FFF2-40B4-BE49-F238E27FC236}">
                <a16:creationId xmlns:a16="http://schemas.microsoft.com/office/drawing/2014/main" id="{C7B2F715-44FB-A9EE-4A2C-1A70D15F21C8}"/>
              </a:ext>
            </a:extLst>
          </p:cNvPr>
          <p:cNvSpPr txBox="1"/>
          <p:nvPr/>
        </p:nvSpPr>
        <p:spPr>
          <a:xfrm>
            <a:off x="1604466" y="4243707"/>
            <a:ext cx="18798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Muertos</a:t>
            </a:r>
            <a:endParaRPr sz="16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03342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88997-3D52-46E9-A39E-A2CA2C47D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19;p38">
            <a:extLst>
              <a:ext uri="{FF2B5EF4-FFF2-40B4-BE49-F238E27FC236}">
                <a16:creationId xmlns:a16="http://schemas.microsoft.com/office/drawing/2014/main" id="{D8BD5D14-2B0D-D7AB-DD1D-7CE0740A55BB}"/>
              </a:ext>
            </a:extLst>
          </p:cNvPr>
          <p:cNvSpPr/>
          <p:nvPr/>
        </p:nvSpPr>
        <p:spPr>
          <a:xfrm rot="10800000">
            <a:off x="4340910" y="3201033"/>
            <a:ext cx="754500" cy="102607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20;p38">
            <a:extLst>
              <a:ext uri="{FF2B5EF4-FFF2-40B4-BE49-F238E27FC236}">
                <a16:creationId xmlns:a16="http://schemas.microsoft.com/office/drawing/2014/main" id="{0F7A1BD1-0EA8-EB6A-540D-DACA679B5907}"/>
              </a:ext>
            </a:extLst>
          </p:cNvPr>
          <p:cNvSpPr txBox="1"/>
          <p:nvPr/>
        </p:nvSpPr>
        <p:spPr>
          <a:xfrm>
            <a:off x="4264726" y="3701174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97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821;p38">
            <a:extLst>
              <a:ext uri="{FF2B5EF4-FFF2-40B4-BE49-F238E27FC236}">
                <a16:creationId xmlns:a16="http://schemas.microsoft.com/office/drawing/2014/main" id="{9127CF91-A929-62A1-967E-1CECA84287FD}"/>
              </a:ext>
            </a:extLst>
          </p:cNvPr>
          <p:cNvSpPr/>
          <p:nvPr/>
        </p:nvSpPr>
        <p:spPr>
          <a:xfrm rot="10800000">
            <a:off x="3586485" y="3355449"/>
            <a:ext cx="754500" cy="8716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822;p38">
            <a:extLst>
              <a:ext uri="{FF2B5EF4-FFF2-40B4-BE49-F238E27FC236}">
                <a16:creationId xmlns:a16="http://schemas.microsoft.com/office/drawing/2014/main" id="{31B2FAB2-A884-B992-8994-0EF241CBECB7}"/>
              </a:ext>
            </a:extLst>
          </p:cNvPr>
          <p:cNvSpPr txBox="1"/>
          <p:nvPr/>
        </p:nvSpPr>
        <p:spPr>
          <a:xfrm>
            <a:off x="3453418" y="3725025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87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" name="Google Shape;823;p38">
            <a:extLst>
              <a:ext uri="{FF2B5EF4-FFF2-40B4-BE49-F238E27FC236}">
                <a16:creationId xmlns:a16="http://schemas.microsoft.com/office/drawing/2014/main" id="{EB6FD067-B0C6-5224-7EE1-33CFD4FF23D2}"/>
              </a:ext>
            </a:extLst>
          </p:cNvPr>
          <p:cNvSpPr/>
          <p:nvPr/>
        </p:nvSpPr>
        <p:spPr>
          <a:xfrm rot="10800000">
            <a:off x="6555259" y="3093057"/>
            <a:ext cx="754500" cy="10833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824;p38">
            <a:extLst>
              <a:ext uri="{FF2B5EF4-FFF2-40B4-BE49-F238E27FC236}">
                <a16:creationId xmlns:a16="http://schemas.microsoft.com/office/drawing/2014/main" id="{5F118904-3A35-A624-5332-47082A30AE86}"/>
              </a:ext>
            </a:extLst>
          </p:cNvPr>
          <p:cNvSpPr txBox="1"/>
          <p:nvPr/>
        </p:nvSpPr>
        <p:spPr>
          <a:xfrm rot="-5400000">
            <a:off x="8036931" y="3489966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" name="Google Shape;825;p38">
            <a:extLst>
              <a:ext uri="{FF2B5EF4-FFF2-40B4-BE49-F238E27FC236}">
                <a16:creationId xmlns:a16="http://schemas.microsoft.com/office/drawing/2014/main" id="{73312941-7906-2DE7-7518-587D122CE14A}"/>
              </a:ext>
            </a:extLst>
          </p:cNvPr>
          <p:cNvSpPr/>
          <p:nvPr/>
        </p:nvSpPr>
        <p:spPr>
          <a:xfrm rot="10800000">
            <a:off x="7313406" y="1645920"/>
            <a:ext cx="754500" cy="25369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10" name="Google Shape;826;p38">
            <a:extLst>
              <a:ext uri="{FF2B5EF4-FFF2-40B4-BE49-F238E27FC236}">
                <a16:creationId xmlns:a16="http://schemas.microsoft.com/office/drawing/2014/main" id="{01895510-52AB-994D-22E3-32674F68C01E}"/>
              </a:ext>
            </a:extLst>
          </p:cNvPr>
          <p:cNvSpPr txBox="1"/>
          <p:nvPr/>
        </p:nvSpPr>
        <p:spPr>
          <a:xfrm>
            <a:off x="7154063" y="3704648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372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829;p38">
            <a:extLst>
              <a:ext uri="{FF2B5EF4-FFF2-40B4-BE49-F238E27FC236}">
                <a16:creationId xmlns:a16="http://schemas.microsoft.com/office/drawing/2014/main" id="{5480719B-7D3E-4CDF-6CC9-8E736EA4C9D7}"/>
              </a:ext>
            </a:extLst>
          </p:cNvPr>
          <p:cNvSpPr txBox="1"/>
          <p:nvPr/>
        </p:nvSpPr>
        <p:spPr>
          <a:xfrm>
            <a:off x="4259130" y="4310414"/>
            <a:ext cx="18798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Muertos</a:t>
            </a:r>
            <a:endParaRPr sz="16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" name="Google Shape;831;p38">
            <a:extLst>
              <a:ext uri="{FF2B5EF4-FFF2-40B4-BE49-F238E27FC236}">
                <a16:creationId xmlns:a16="http://schemas.microsoft.com/office/drawing/2014/main" id="{5638AD07-5121-1474-13D0-3FC89BF36E7A}"/>
              </a:ext>
            </a:extLst>
          </p:cNvPr>
          <p:cNvSpPr txBox="1"/>
          <p:nvPr/>
        </p:nvSpPr>
        <p:spPr>
          <a:xfrm>
            <a:off x="3636547" y="4303284"/>
            <a:ext cx="754425" cy="38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Vivos</a:t>
            </a:r>
            <a:endParaRPr sz="16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7" name="Google Shape;826;p38">
            <a:extLst>
              <a:ext uri="{FF2B5EF4-FFF2-40B4-BE49-F238E27FC236}">
                <a16:creationId xmlns:a16="http://schemas.microsoft.com/office/drawing/2014/main" id="{402B2333-C7C4-D260-C24C-211FCBBAC3B7}"/>
              </a:ext>
            </a:extLst>
          </p:cNvPr>
          <p:cNvSpPr txBox="1"/>
          <p:nvPr/>
        </p:nvSpPr>
        <p:spPr>
          <a:xfrm>
            <a:off x="6463623" y="3705977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119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8" name="Google Shape;829;p38">
            <a:extLst>
              <a:ext uri="{FF2B5EF4-FFF2-40B4-BE49-F238E27FC236}">
                <a16:creationId xmlns:a16="http://schemas.microsoft.com/office/drawing/2014/main" id="{986EC93E-25CF-28FC-4900-D893E1E057DB}"/>
              </a:ext>
            </a:extLst>
          </p:cNvPr>
          <p:cNvSpPr txBox="1"/>
          <p:nvPr/>
        </p:nvSpPr>
        <p:spPr>
          <a:xfrm>
            <a:off x="7264200" y="4254768"/>
            <a:ext cx="18798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Muertos</a:t>
            </a:r>
            <a:endParaRPr sz="16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" name="Google Shape;831;p38">
            <a:extLst>
              <a:ext uri="{FF2B5EF4-FFF2-40B4-BE49-F238E27FC236}">
                <a16:creationId xmlns:a16="http://schemas.microsoft.com/office/drawing/2014/main" id="{E4E5B027-0DBD-E934-B1BD-227240187513}"/>
              </a:ext>
            </a:extLst>
          </p:cNvPr>
          <p:cNvSpPr txBox="1"/>
          <p:nvPr/>
        </p:nvSpPr>
        <p:spPr>
          <a:xfrm>
            <a:off x="6559838" y="4260378"/>
            <a:ext cx="754425" cy="38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Vivos</a:t>
            </a:r>
            <a:endParaRPr sz="16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0" name="Google Shape;823;p38">
            <a:extLst>
              <a:ext uri="{FF2B5EF4-FFF2-40B4-BE49-F238E27FC236}">
                <a16:creationId xmlns:a16="http://schemas.microsoft.com/office/drawing/2014/main" id="{39DE545E-3034-A1AF-DA3E-654B34DE854C}"/>
              </a:ext>
            </a:extLst>
          </p:cNvPr>
          <p:cNvSpPr/>
          <p:nvPr/>
        </p:nvSpPr>
        <p:spPr>
          <a:xfrm rot="10800000">
            <a:off x="851089" y="2975546"/>
            <a:ext cx="754500" cy="1195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1" name="Google Shape;824;p38">
            <a:extLst>
              <a:ext uri="{FF2B5EF4-FFF2-40B4-BE49-F238E27FC236}">
                <a16:creationId xmlns:a16="http://schemas.microsoft.com/office/drawing/2014/main" id="{7279DA78-A8E7-511A-0775-FBFF6A78A3C9}"/>
              </a:ext>
            </a:extLst>
          </p:cNvPr>
          <p:cNvSpPr txBox="1"/>
          <p:nvPr/>
        </p:nvSpPr>
        <p:spPr>
          <a:xfrm rot="-5400000">
            <a:off x="2332761" y="3485133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2" name="Google Shape;825;p38">
            <a:extLst>
              <a:ext uri="{FF2B5EF4-FFF2-40B4-BE49-F238E27FC236}">
                <a16:creationId xmlns:a16="http://schemas.microsoft.com/office/drawing/2014/main" id="{65983ABB-68BB-C116-C95F-920A5DD363B3}"/>
              </a:ext>
            </a:extLst>
          </p:cNvPr>
          <p:cNvSpPr/>
          <p:nvPr/>
        </p:nvSpPr>
        <p:spPr>
          <a:xfrm rot="10800000">
            <a:off x="1609236" y="3466769"/>
            <a:ext cx="754500" cy="71127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43" name="Google Shape;826;p38">
            <a:extLst>
              <a:ext uri="{FF2B5EF4-FFF2-40B4-BE49-F238E27FC236}">
                <a16:creationId xmlns:a16="http://schemas.microsoft.com/office/drawing/2014/main" id="{60F04985-061F-E467-0186-9BB6765BE615}"/>
              </a:ext>
            </a:extLst>
          </p:cNvPr>
          <p:cNvSpPr txBox="1"/>
          <p:nvPr/>
        </p:nvSpPr>
        <p:spPr>
          <a:xfrm>
            <a:off x="1449893" y="3699815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4" name="Google Shape;826;p38">
            <a:extLst>
              <a:ext uri="{FF2B5EF4-FFF2-40B4-BE49-F238E27FC236}">
                <a16:creationId xmlns:a16="http://schemas.microsoft.com/office/drawing/2014/main" id="{72817BD1-79F5-CABF-8069-9CBD8BF2E97C}"/>
              </a:ext>
            </a:extLst>
          </p:cNvPr>
          <p:cNvSpPr txBox="1"/>
          <p:nvPr/>
        </p:nvSpPr>
        <p:spPr>
          <a:xfrm>
            <a:off x="759453" y="3701144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136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5" name="Google Shape;831;p38">
            <a:extLst>
              <a:ext uri="{FF2B5EF4-FFF2-40B4-BE49-F238E27FC236}">
                <a16:creationId xmlns:a16="http://schemas.microsoft.com/office/drawing/2014/main" id="{FBF71E11-7F87-6E52-95EE-6485D2B7B85A}"/>
              </a:ext>
            </a:extLst>
          </p:cNvPr>
          <p:cNvSpPr txBox="1"/>
          <p:nvPr/>
        </p:nvSpPr>
        <p:spPr>
          <a:xfrm>
            <a:off x="855668" y="4255545"/>
            <a:ext cx="754425" cy="38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Vivos</a:t>
            </a:r>
            <a:endParaRPr sz="16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6" name="Google Shape;961;p41">
            <a:extLst>
              <a:ext uri="{FF2B5EF4-FFF2-40B4-BE49-F238E27FC236}">
                <a16:creationId xmlns:a16="http://schemas.microsoft.com/office/drawing/2014/main" id="{828BE3EA-191C-9DE2-3799-0456FBE9097B}"/>
              </a:ext>
            </a:extLst>
          </p:cNvPr>
          <p:cNvSpPr txBox="1">
            <a:spLocks/>
          </p:cNvSpPr>
          <p:nvPr/>
        </p:nvSpPr>
        <p:spPr>
          <a:xfrm>
            <a:off x="457200" y="151251"/>
            <a:ext cx="82296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5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GB" dirty="0"/>
              <a:t>Muertes en Clases</a:t>
            </a:r>
          </a:p>
        </p:txBody>
      </p:sp>
      <p:sp>
        <p:nvSpPr>
          <p:cNvPr id="47" name="Google Shape;59;p15">
            <a:extLst>
              <a:ext uri="{FF2B5EF4-FFF2-40B4-BE49-F238E27FC236}">
                <a16:creationId xmlns:a16="http://schemas.microsoft.com/office/drawing/2014/main" id="{8130E250-57DF-A0C7-03DA-B88F150CAB62}"/>
              </a:ext>
            </a:extLst>
          </p:cNvPr>
          <p:cNvSpPr txBox="1">
            <a:spLocks/>
          </p:cNvSpPr>
          <p:nvPr/>
        </p:nvSpPr>
        <p:spPr>
          <a:xfrm>
            <a:off x="835269" y="775274"/>
            <a:ext cx="1879800" cy="467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Primera Clase</a:t>
            </a:r>
          </a:p>
        </p:txBody>
      </p:sp>
      <p:sp>
        <p:nvSpPr>
          <p:cNvPr id="48" name="Google Shape;59;p15">
            <a:extLst>
              <a:ext uri="{FF2B5EF4-FFF2-40B4-BE49-F238E27FC236}">
                <a16:creationId xmlns:a16="http://schemas.microsoft.com/office/drawing/2014/main" id="{22CD2E1E-D6D7-C003-29C8-F456254A3513}"/>
              </a:ext>
            </a:extLst>
          </p:cNvPr>
          <p:cNvSpPr txBox="1">
            <a:spLocks/>
          </p:cNvSpPr>
          <p:nvPr/>
        </p:nvSpPr>
        <p:spPr>
          <a:xfrm>
            <a:off x="3622937" y="791130"/>
            <a:ext cx="1670032" cy="467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Segunda Clase</a:t>
            </a:r>
          </a:p>
        </p:txBody>
      </p:sp>
      <p:sp>
        <p:nvSpPr>
          <p:cNvPr id="49" name="Google Shape;59;p15">
            <a:extLst>
              <a:ext uri="{FF2B5EF4-FFF2-40B4-BE49-F238E27FC236}">
                <a16:creationId xmlns:a16="http://schemas.microsoft.com/office/drawing/2014/main" id="{E8CBEDAE-15C2-4414-1E34-565742AF3E56}"/>
              </a:ext>
            </a:extLst>
          </p:cNvPr>
          <p:cNvSpPr txBox="1">
            <a:spLocks/>
          </p:cNvSpPr>
          <p:nvPr/>
        </p:nvSpPr>
        <p:spPr>
          <a:xfrm>
            <a:off x="6513749" y="791129"/>
            <a:ext cx="1830150" cy="467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Tercera Clase</a:t>
            </a:r>
          </a:p>
        </p:txBody>
      </p:sp>
      <p:sp>
        <p:nvSpPr>
          <p:cNvPr id="50" name="Google Shape;829;p38">
            <a:extLst>
              <a:ext uri="{FF2B5EF4-FFF2-40B4-BE49-F238E27FC236}">
                <a16:creationId xmlns:a16="http://schemas.microsoft.com/office/drawing/2014/main" id="{626CC81D-D282-F3BA-772B-2A96A6EAC530}"/>
              </a:ext>
            </a:extLst>
          </p:cNvPr>
          <p:cNvSpPr txBox="1"/>
          <p:nvPr/>
        </p:nvSpPr>
        <p:spPr>
          <a:xfrm>
            <a:off x="1604466" y="4243707"/>
            <a:ext cx="18798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Muertos</a:t>
            </a:r>
            <a:endParaRPr sz="16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413859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905;p40">
            <a:extLst>
              <a:ext uri="{FF2B5EF4-FFF2-40B4-BE49-F238E27FC236}">
                <a16:creationId xmlns:a16="http://schemas.microsoft.com/office/drawing/2014/main" id="{46A91D2A-0FF2-CC95-956C-2E9275298DA0}"/>
              </a:ext>
            </a:extLst>
          </p:cNvPr>
          <p:cNvSpPr>
            <a:spLocks noChangeAspect="1"/>
          </p:cNvSpPr>
          <p:nvPr/>
        </p:nvSpPr>
        <p:spPr>
          <a:xfrm>
            <a:off x="1895142" y="1846517"/>
            <a:ext cx="139125" cy="4301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11;p40">
            <a:extLst>
              <a:ext uri="{FF2B5EF4-FFF2-40B4-BE49-F238E27FC236}">
                <a16:creationId xmlns:a16="http://schemas.microsoft.com/office/drawing/2014/main" id="{F03131D9-7FBC-C3B5-41CE-CCFD770D1D92}"/>
              </a:ext>
            </a:extLst>
          </p:cNvPr>
          <p:cNvSpPr>
            <a:spLocks noChangeAspect="1"/>
          </p:cNvSpPr>
          <p:nvPr/>
        </p:nvSpPr>
        <p:spPr>
          <a:xfrm>
            <a:off x="2219768" y="184651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12;p40">
            <a:extLst>
              <a:ext uri="{FF2B5EF4-FFF2-40B4-BE49-F238E27FC236}">
                <a16:creationId xmlns:a16="http://schemas.microsoft.com/office/drawing/2014/main" id="{466BD1C6-F97F-16A1-90F0-7293775F5004}"/>
              </a:ext>
            </a:extLst>
          </p:cNvPr>
          <p:cNvSpPr>
            <a:spLocks noChangeAspect="1"/>
          </p:cNvSpPr>
          <p:nvPr/>
        </p:nvSpPr>
        <p:spPr>
          <a:xfrm>
            <a:off x="2547899" y="184651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13;p40">
            <a:extLst>
              <a:ext uri="{FF2B5EF4-FFF2-40B4-BE49-F238E27FC236}">
                <a16:creationId xmlns:a16="http://schemas.microsoft.com/office/drawing/2014/main" id="{F4C4D472-9767-21E9-1876-7916D9FA2A8D}"/>
              </a:ext>
            </a:extLst>
          </p:cNvPr>
          <p:cNvSpPr>
            <a:spLocks noChangeAspect="1"/>
          </p:cNvSpPr>
          <p:nvPr/>
        </p:nvSpPr>
        <p:spPr>
          <a:xfrm>
            <a:off x="2876030" y="184651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14;p40">
            <a:extLst>
              <a:ext uri="{FF2B5EF4-FFF2-40B4-BE49-F238E27FC236}">
                <a16:creationId xmlns:a16="http://schemas.microsoft.com/office/drawing/2014/main" id="{6FE81F23-33CE-C5FB-0452-2CBD7A38C70C}"/>
              </a:ext>
            </a:extLst>
          </p:cNvPr>
          <p:cNvSpPr>
            <a:spLocks noChangeAspect="1"/>
          </p:cNvSpPr>
          <p:nvPr/>
        </p:nvSpPr>
        <p:spPr>
          <a:xfrm>
            <a:off x="3204162" y="184651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15;p40">
            <a:extLst>
              <a:ext uri="{FF2B5EF4-FFF2-40B4-BE49-F238E27FC236}">
                <a16:creationId xmlns:a16="http://schemas.microsoft.com/office/drawing/2014/main" id="{51435095-706B-DA0C-1F81-B71E6E7C5200}"/>
              </a:ext>
            </a:extLst>
          </p:cNvPr>
          <p:cNvSpPr txBox="1">
            <a:spLocks noChangeAspect="1"/>
          </p:cNvSpPr>
          <p:nvPr/>
        </p:nvSpPr>
        <p:spPr>
          <a:xfrm>
            <a:off x="3477265" y="1900217"/>
            <a:ext cx="743027" cy="3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accent2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7</a:t>
            </a:r>
            <a:r>
              <a:rPr lang="en-GB" sz="1800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1800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8" name="Google Shape;916;p40">
            <a:extLst>
              <a:ext uri="{FF2B5EF4-FFF2-40B4-BE49-F238E27FC236}">
                <a16:creationId xmlns:a16="http://schemas.microsoft.com/office/drawing/2014/main" id="{A24FEDA9-E2A3-AD16-BCA9-6D3B7DE5F2B1}"/>
              </a:ext>
            </a:extLst>
          </p:cNvPr>
          <p:cNvSpPr>
            <a:spLocks noChangeAspect="1"/>
          </p:cNvSpPr>
          <p:nvPr/>
        </p:nvSpPr>
        <p:spPr>
          <a:xfrm>
            <a:off x="1895142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918;p40">
            <a:extLst>
              <a:ext uri="{FF2B5EF4-FFF2-40B4-BE49-F238E27FC236}">
                <a16:creationId xmlns:a16="http://schemas.microsoft.com/office/drawing/2014/main" id="{B4F9BCE0-9489-49DB-B5E7-0F1523CB3F83}"/>
              </a:ext>
            </a:extLst>
          </p:cNvPr>
          <p:cNvSpPr>
            <a:spLocks noChangeAspect="1"/>
          </p:cNvSpPr>
          <p:nvPr/>
        </p:nvSpPr>
        <p:spPr>
          <a:xfrm>
            <a:off x="2208504" y="2672363"/>
            <a:ext cx="139125" cy="4301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923;p40">
            <a:extLst>
              <a:ext uri="{FF2B5EF4-FFF2-40B4-BE49-F238E27FC236}">
                <a16:creationId xmlns:a16="http://schemas.microsoft.com/office/drawing/2014/main" id="{6A07E307-5164-74EE-1244-49924C4FE496}"/>
              </a:ext>
            </a:extLst>
          </p:cNvPr>
          <p:cNvSpPr>
            <a:spLocks noChangeAspect="1"/>
          </p:cNvSpPr>
          <p:nvPr/>
        </p:nvSpPr>
        <p:spPr>
          <a:xfrm>
            <a:off x="2530316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924;p40">
            <a:extLst>
              <a:ext uri="{FF2B5EF4-FFF2-40B4-BE49-F238E27FC236}">
                <a16:creationId xmlns:a16="http://schemas.microsoft.com/office/drawing/2014/main" id="{D325268F-74C7-F4B3-0FB9-D0B0F47D79FE}"/>
              </a:ext>
            </a:extLst>
          </p:cNvPr>
          <p:cNvSpPr>
            <a:spLocks noChangeAspect="1"/>
          </p:cNvSpPr>
          <p:nvPr/>
        </p:nvSpPr>
        <p:spPr>
          <a:xfrm>
            <a:off x="2858447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925;p40">
            <a:extLst>
              <a:ext uri="{FF2B5EF4-FFF2-40B4-BE49-F238E27FC236}">
                <a16:creationId xmlns:a16="http://schemas.microsoft.com/office/drawing/2014/main" id="{CF10BBA0-1C83-B131-851B-E6E2792455B3}"/>
              </a:ext>
            </a:extLst>
          </p:cNvPr>
          <p:cNvSpPr>
            <a:spLocks noChangeAspect="1"/>
          </p:cNvSpPr>
          <p:nvPr/>
        </p:nvSpPr>
        <p:spPr>
          <a:xfrm>
            <a:off x="3186579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926;p40">
            <a:extLst>
              <a:ext uri="{FF2B5EF4-FFF2-40B4-BE49-F238E27FC236}">
                <a16:creationId xmlns:a16="http://schemas.microsoft.com/office/drawing/2014/main" id="{C32B5DCE-703C-EFE6-C684-007AE899EB2B}"/>
              </a:ext>
            </a:extLst>
          </p:cNvPr>
          <p:cNvSpPr txBox="1">
            <a:spLocks noChangeAspect="1"/>
          </p:cNvSpPr>
          <p:nvPr/>
        </p:nvSpPr>
        <p:spPr>
          <a:xfrm>
            <a:off x="3477263" y="2726063"/>
            <a:ext cx="743026" cy="3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accent3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23</a:t>
            </a:r>
            <a:r>
              <a:rPr lang="en-GB" sz="1800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2000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9" name="Google Shape;927;p40">
            <a:extLst>
              <a:ext uri="{FF2B5EF4-FFF2-40B4-BE49-F238E27FC236}">
                <a16:creationId xmlns:a16="http://schemas.microsoft.com/office/drawing/2014/main" id="{B271194F-7BB6-E989-1D45-13C050EA50BD}"/>
              </a:ext>
            </a:extLst>
          </p:cNvPr>
          <p:cNvSpPr>
            <a:spLocks noChangeAspect="1"/>
          </p:cNvSpPr>
          <p:nvPr/>
        </p:nvSpPr>
        <p:spPr>
          <a:xfrm>
            <a:off x="1895142" y="349821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928;p40">
            <a:extLst>
              <a:ext uri="{FF2B5EF4-FFF2-40B4-BE49-F238E27FC236}">
                <a16:creationId xmlns:a16="http://schemas.microsoft.com/office/drawing/2014/main" id="{79821435-74DA-4FAB-4CE1-CAE633E1582E}"/>
              </a:ext>
            </a:extLst>
          </p:cNvPr>
          <p:cNvSpPr>
            <a:spLocks noChangeAspect="1"/>
          </p:cNvSpPr>
          <p:nvPr/>
        </p:nvSpPr>
        <p:spPr>
          <a:xfrm>
            <a:off x="2223273" y="349821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929;p40">
            <a:extLst>
              <a:ext uri="{FF2B5EF4-FFF2-40B4-BE49-F238E27FC236}">
                <a16:creationId xmlns:a16="http://schemas.microsoft.com/office/drawing/2014/main" id="{81D8E97A-EFC9-EE0F-8F36-1854E971D0F1}"/>
              </a:ext>
            </a:extLst>
          </p:cNvPr>
          <p:cNvSpPr>
            <a:spLocks noChangeAspect="1"/>
          </p:cNvSpPr>
          <p:nvPr/>
        </p:nvSpPr>
        <p:spPr>
          <a:xfrm>
            <a:off x="2551405" y="349821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930;p40">
            <a:extLst>
              <a:ext uri="{FF2B5EF4-FFF2-40B4-BE49-F238E27FC236}">
                <a16:creationId xmlns:a16="http://schemas.microsoft.com/office/drawing/2014/main" id="{DFA9E0A5-68C9-73DB-15DE-4658BAE696BF}"/>
              </a:ext>
            </a:extLst>
          </p:cNvPr>
          <p:cNvSpPr>
            <a:spLocks noChangeAspect="1"/>
          </p:cNvSpPr>
          <p:nvPr/>
        </p:nvSpPr>
        <p:spPr>
          <a:xfrm>
            <a:off x="2879536" y="349821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936;p40">
            <a:extLst>
              <a:ext uri="{FF2B5EF4-FFF2-40B4-BE49-F238E27FC236}">
                <a16:creationId xmlns:a16="http://schemas.microsoft.com/office/drawing/2014/main" id="{43AB999B-0C7E-88DC-0A4D-37D36CE26ED8}"/>
              </a:ext>
            </a:extLst>
          </p:cNvPr>
          <p:cNvSpPr>
            <a:spLocks noChangeAspect="1"/>
          </p:cNvSpPr>
          <p:nvPr/>
        </p:nvSpPr>
        <p:spPr>
          <a:xfrm>
            <a:off x="3195372" y="349821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937;p40">
            <a:extLst>
              <a:ext uri="{FF2B5EF4-FFF2-40B4-BE49-F238E27FC236}">
                <a16:creationId xmlns:a16="http://schemas.microsoft.com/office/drawing/2014/main" id="{D03386AF-FD32-C7EF-74E0-74905E77D386}"/>
              </a:ext>
            </a:extLst>
          </p:cNvPr>
          <p:cNvSpPr txBox="1">
            <a:spLocks noChangeAspect="1"/>
          </p:cNvSpPr>
          <p:nvPr/>
        </p:nvSpPr>
        <p:spPr>
          <a:xfrm>
            <a:off x="3477265" y="3551910"/>
            <a:ext cx="743025" cy="3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accent4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70%</a:t>
            </a:r>
            <a:endParaRPr sz="2000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1" name="Google Shape;949;p40">
            <a:extLst>
              <a:ext uri="{FF2B5EF4-FFF2-40B4-BE49-F238E27FC236}">
                <a16:creationId xmlns:a16="http://schemas.microsoft.com/office/drawing/2014/main" id="{CDBABAFF-FFFE-3468-BEC3-6937E4F2F5B6}"/>
              </a:ext>
            </a:extLst>
          </p:cNvPr>
          <p:cNvSpPr txBox="1">
            <a:spLocks noChangeAspect="1"/>
          </p:cNvSpPr>
          <p:nvPr/>
        </p:nvSpPr>
        <p:spPr>
          <a:xfrm>
            <a:off x="402863" y="1837737"/>
            <a:ext cx="1100745" cy="3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Primera Clase</a:t>
            </a:r>
            <a:endParaRPr sz="20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2" name="Google Shape;951;p40">
            <a:extLst>
              <a:ext uri="{FF2B5EF4-FFF2-40B4-BE49-F238E27FC236}">
                <a16:creationId xmlns:a16="http://schemas.microsoft.com/office/drawing/2014/main" id="{BDE5D1F2-8084-08CE-D385-26F31F9C3471}"/>
              </a:ext>
            </a:extLst>
          </p:cNvPr>
          <p:cNvSpPr txBox="1">
            <a:spLocks noChangeAspect="1"/>
          </p:cNvSpPr>
          <p:nvPr/>
        </p:nvSpPr>
        <p:spPr>
          <a:xfrm>
            <a:off x="402900" y="2686037"/>
            <a:ext cx="1100745" cy="3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Segunda Clase</a:t>
            </a:r>
            <a:endParaRPr sz="2000" b="1" dirty="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3" name="Google Shape;953;p40">
            <a:extLst>
              <a:ext uri="{FF2B5EF4-FFF2-40B4-BE49-F238E27FC236}">
                <a16:creationId xmlns:a16="http://schemas.microsoft.com/office/drawing/2014/main" id="{42FA6FB8-5991-E4A8-4DD3-C521D1D0644F}"/>
              </a:ext>
            </a:extLst>
          </p:cNvPr>
          <p:cNvSpPr txBox="1">
            <a:spLocks noChangeAspect="1"/>
          </p:cNvSpPr>
          <p:nvPr/>
        </p:nvSpPr>
        <p:spPr>
          <a:xfrm>
            <a:off x="402900" y="3510700"/>
            <a:ext cx="1100745" cy="3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Tercera Clase</a:t>
            </a:r>
            <a:endParaRPr sz="2000" b="1" dirty="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5" name="Google Shape;905;p40">
            <a:extLst>
              <a:ext uri="{FF2B5EF4-FFF2-40B4-BE49-F238E27FC236}">
                <a16:creationId xmlns:a16="http://schemas.microsoft.com/office/drawing/2014/main" id="{EDE76134-7A4B-8FEC-610D-E406B540AC1D}"/>
              </a:ext>
            </a:extLst>
          </p:cNvPr>
          <p:cNvSpPr>
            <a:spLocks noChangeAspect="1"/>
          </p:cNvSpPr>
          <p:nvPr/>
        </p:nvSpPr>
        <p:spPr>
          <a:xfrm>
            <a:off x="6943256" y="1847932"/>
            <a:ext cx="139125" cy="4301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911;p40">
            <a:extLst>
              <a:ext uri="{FF2B5EF4-FFF2-40B4-BE49-F238E27FC236}">
                <a16:creationId xmlns:a16="http://schemas.microsoft.com/office/drawing/2014/main" id="{E3264AA7-2A35-7B1F-B832-305D477452AB}"/>
              </a:ext>
            </a:extLst>
          </p:cNvPr>
          <p:cNvSpPr>
            <a:spLocks noChangeAspect="1"/>
          </p:cNvSpPr>
          <p:nvPr/>
        </p:nvSpPr>
        <p:spPr>
          <a:xfrm>
            <a:off x="5962368" y="183773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912;p40">
            <a:extLst>
              <a:ext uri="{FF2B5EF4-FFF2-40B4-BE49-F238E27FC236}">
                <a16:creationId xmlns:a16="http://schemas.microsoft.com/office/drawing/2014/main" id="{04C8AE48-A644-1E2B-6573-CCC24C96BE81}"/>
              </a:ext>
            </a:extLst>
          </p:cNvPr>
          <p:cNvSpPr>
            <a:spLocks noChangeAspect="1"/>
          </p:cNvSpPr>
          <p:nvPr/>
        </p:nvSpPr>
        <p:spPr>
          <a:xfrm>
            <a:off x="6290499" y="183773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913;p40">
            <a:extLst>
              <a:ext uri="{FF2B5EF4-FFF2-40B4-BE49-F238E27FC236}">
                <a16:creationId xmlns:a16="http://schemas.microsoft.com/office/drawing/2014/main" id="{BA3E4E8A-E9E6-8986-2AC3-949078F1F07D}"/>
              </a:ext>
            </a:extLst>
          </p:cNvPr>
          <p:cNvSpPr>
            <a:spLocks noChangeAspect="1"/>
          </p:cNvSpPr>
          <p:nvPr/>
        </p:nvSpPr>
        <p:spPr>
          <a:xfrm>
            <a:off x="6618630" y="183773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915;p40">
            <a:extLst>
              <a:ext uri="{FF2B5EF4-FFF2-40B4-BE49-F238E27FC236}">
                <a16:creationId xmlns:a16="http://schemas.microsoft.com/office/drawing/2014/main" id="{83BFE699-0F4C-29E4-923F-A280485C3AB0}"/>
              </a:ext>
            </a:extLst>
          </p:cNvPr>
          <p:cNvSpPr txBox="1">
            <a:spLocks noChangeAspect="1"/>
          </p:cNvSpPr>
          <p:nvPr/>
        </p:nvSpPr>
        <p:spPr>
          <a:xfrm>
            <a:off x="4599757" y="1891437"/>
            <a:ext cx="743027" cy="3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accent2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29%</a:t>
            </a:r>
            <a:endParaRPr sz="1800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1" name="Google Shape;916;p40">
            <a:extLst>
              <a:ext uri="{FF2B5EF4-FFF2-40B4-BE49-F238E27FC236}">
                <a16:creationId xmlns:a16="http://schemas.microsoft.com/office/drawing/2014/main" id="{94698373-57F1-204B-DBDB-6E52CD5BD484}"/>
              </a:ext>
            </a:extLst>
          </p:cNvPr>
          <p:cNvSpPr>
            <a:spLocks noChangeAspect="1"/>
          </p:cNvSpPr>
          <p:nvPr/>
        </p:nvSpPr>
        <p:spPr>
          <a:xfrm>
            <a:off x="7271475" y="268603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918;p40">
            <a:extLst>
              <a:ext uri="{FF2B5EF4-FFF2-40B4-BE49-F238E27FC236}">
                <a16:creationId xmlns:a16="http://schemas.microsoft.com/office/drawing/2014/main" id="{81573E32-2514-8953-C0F5-66BFBE236AE7}"/>
              </a:ext>
            </a:extLst>
          </p:cNvPr>
          <p:cNvSpPr>
            <a:spLocks noChangeAspect="1"/>
          </p:cNvSpPr>
          <p:nvPr/>
        </p:nvSpPr>
        <p:spPr>
          <a:xfrm>
            <a:off x="6943256" y="2686037"/>
            <a:ext cx="139125" cy="4301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923;p40">
            <a:extLst>
              <a:ext uri="{FF2B5EF4-FFF2-40B4-BE49-F238E27FC236}">
                <a16:creationId xmlns:a16="http://schemas.microsoft.com/office/drawing/2014/main" id="{E699180F-EEF8-EECF-22E9-7D30BA279FFC}"/>
              </a:ext>
            </a:extLst>
          </p:cNvPr>
          <p:cNvSpPr>
            <a:spLocks noChangeAspect="1"/>
          </p:cNvSpPr>
          <p:nvPr/>
        </p:nvSpPr>
        <p:spPr>
          <a:xfrm>
            <a:off x="5962367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924;p40">
            <a:extLst>
              <a:ext uri="{FF2B5EF4-FFF2-40B4-BE49-F238E27FC236}">
                <a16:creationId xmlns:a16="http://schemas.microsoft.com/office/drawing/2014/main" id="{2EE92960-A482-56FE-EB36-E83E747BA484}"/>
              </a:ext>
            </a:extLst>
          </p:cNvPr>
          <p:cNvSpPr>
            <a:spLocks noChangeAspect="1"/>
          </p:cNvSpPr>
          <p:nvPr/>
        </p:nvSpPr>
        <p:spPr>
          <a:xfrm>
            <a:off x="6290498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925;p40">
            <a:extLst>
              <a:ext uri="{FF2B5EF4-FFF2-40B4-BE49-F238E27FC236}">
                <a16:creationId xmlns:a16="http://schemas.microsoft.com/office/drawing/2014/main" id="{2359F437-2529-B86E-FEE0-DA487B700160}"/>
              </a:ext>
            </a:extLst>
          </p:cNvPr>
          <p:cNvSpPr>
            <a:spLocks noChangeAspect="1"/>
          </p:cNvSpPr>
          <p:nvPr/>
        </p:nvSpPr>
        <p:spPr>
          <a:xfrm>
            <a:off x="6618630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926;p40">
            <a:extLst>
              <a:ext uri="{FF2B5EF4-FFF2-40B4-BE49-F238E27FC236}">
                <a16:creationId xmlns:a16="http://schemas.microsoft.com/office/drawing/2014/main" id="{31FB10BB-9983-1D5F-0E1E-4F54B10A24CC}"/>
              </a:ext>
            </a:extLst>
          </p:cNvPr>
          <p:cNvSpPr txBox="1">
            <a:spLocks noChangeAspect="1"/>
          </p:cNvSpPr>
          <p:nvPr/>
        </p:nvSpPr>
        <p:spPr>
          <a:xfrm>
            <a:off x="4599755" y="2717283"/>
            <a:ext cx="743026" cy="3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accent3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24%</a:t>
            </a:r>
            <a:endParaRPr sz="2000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48" name="Google Shape;928;p40">
            <a:extLst>
              <a:ext uri="{FF2B5EF4-FFF2-40B4-BE49-F238E27FC236}">
                <a16:creationId xmlns:a16="http://schemas.microsoft.com/office/drawing/2014/main" id="{15A89B55-FC60-7341-FD75-9659917E359F}"/>
              </a:ext>
            </a:extLst>
          </p:cNvPr>
          <p:cNvSpPr>
            <a:spLocks noChangeAspect="1"/>
          </p:cNvSpPr>
          <p:nvPr/>
        </p:nvSpPr>
        <p:spPr>
          <a:xfrm>
            <a:off x="7275925" y="348943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929;p40">
            <a:extLst>
              <a:ext uri="{FF2B5EF4-FFF2-40B4-BE49-F238E27FC236}">
                <a16:creationId xmlns:a16="http://schemas.microsoft.com/office/drawing/2014/main" id="{E90F3103-279D-5BDC-7C3A-DB6734563BCE}"/>
              </a:ext>
            </a:extLst>
          </p:cNvPr>
          <p:cNvSpPr>
            <a:spLocks noChangeAspect="1"/>
          </p:cNvSpPr>
          <p:nvPr/>
        </p:nvSpPr>
        <p:spPr>
          <a:xfrm>
            <a:off x="6636904" y="3489430"/>
            <a:ext cx="139125" cy="4301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930;p40">
            <a:extLst>
              <a:ext uri="{FF2B5EF4-FFF2-40B4-BE49-F238E27FC236}">
                <a16:creationId xmlns:a16="http://schemas.microsoft.com/office/drawing/2014/main" id="{FFABAB8E-1ACC-0EF4-F593-ABF4CBD8E949}"/>
              </a:ext>
            </a:extLst>
          </p:cNvPr>
          <p:cNvSpPr>
            <a:spLocks noChangeAspect="1"/>
          </p:cNvSpPr>
          <p:nvPr/>
        </p:nvSpPr>
        <p:spPr>
          <a:xfrm>
            <a:off x="6965035" y="348943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936;p40">
            <a:extLst>
              <a:ext uri="{FF2B5EF4-FFF2-40B4-BE49-F238E27FC236}">
                <a16:creationId xmlns:a16="http://schemas.microsoft.com/office/drawing/2014/main" id="{F92E01A6-12D4-D563-76A9-22431C5225E2}"/>
              </a:ext>
            </a:extLst>
          </p:cNvPr>
          <p:cNvSpPr>
            <a:spLocks noChangeAspect="1"/>
          </p:cNvSpPr>
          <p:nvPr/>
        </p:nvSpPr>
        <p:spPr>
          <a:xfrm>
            <a:off x="5944440" y="348943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937;p40">
            <a:extLst>
              <a:ext uri="{FF2B5EF4-FFF2-40B4-BE49-F238E27FC236}">
                <a16:creationId xmlns:a16="http://schemas.microsoft.com/office/drawing/2014/main" id="{5421F09F-A436-E073-7678-2EC9E69E11B8}"/>
              </a:ext>
            </a:extLst>
          </p:cNvPr>
          <p:cNvSpPr txBox="1">
            <a:spLocks noChangeAspect="1"/>
          </p:cNvSpPr>
          <p:nvPr/>
        </p:nvSpPr>
        <p:spPr>
          <a:xfrm>
            <a:off x="4599757" y="3543130"/>
            <a:ext cx="743025" cy="3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accent4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47%</a:t>
            </a:r>
            <a:endParaRPr sz="2000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6" name="Google Shape;905;p40">
            <a:extLst>
              <a:ext uri="{FF2B5EF4-FFF2-40B4-BE49-F238E27FC236}">
                <a16:creationId xmlns:a16="http://schemas.microsoft.com/office/drawing/2014/main" id="{2E29E4FC-9EA3-97F8-464F-6E178478F3CA}"/>
              </a:ext>
            </a:extLst>
          </p:cNvPr>
          <p:cNvSpPr>
            <a:spLocks noChangeAspect="1"/>
          </p:cNvSpPr>
          <p:nvPr/>
        </p:nvSpPr>
        <p:spPr>
          <a:xfrm>
            <a:off x="7267882" y="184651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936;p40">
            <a:extLst>
              <a:ext uri="{FF2B5EF4-FFF2-40B4-BE49-F238E27FC236}">
                <a16:creationId xmlns:a16="http://schemas.microsoft.com/office/drawing/2014/main" id="{36D3FA03-5C63-2407-1A2C-9B7F34A9F925}"/>
              </a:ext>
            </a:extLst>
          </p:cNvPr>
          <p:cNvSpPr>
            <a:spLocks noChangeAspect="1"/>
          </p:cNvSpPr>
          <p:nvPr/>
        </p:nvSpPr>
        <p:spPr>
          <a:xfrm>
            <a:off x="6290269" y="349236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949;p40">
            <a:extLst>
              <a:ext uri="{FF2B5EF4-FFF2-40B4-BE49-F238E27FC236}">
                <a16:creationId xmlns:a16="http://schemas.microsoft.com/office/drawing/2014/main" id="{EC4BA751-D74D-501E-5555-38320391DBAD}"/>
              </a:ext>
            </a:extLst>
          </p:cNvPr>
          <p:cNvSpPr txBox="1">
            <a:spLocks noChangeAspect="1"/>
          </p:cNvSpPr>
          <p:nvPr/>
        </p:nvSpPr>
        <p:spPr>
          <a:xfrm>
            <a:off x="7424793" y="1837737"/>
            <a:ext cx="1100745" cy="3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Primera Clase</a:t>
            </a:r>
            <a:endParaRPr sz="20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9" name="Google Shape;951;p40">
            <a:extLst>
              <a:ext uri="{FF2B5EF4-FFF2-40B4-BE49-F238E27FC236}">
                <a16:creationId xmlns:a16="http://schemas.microsoft.com/office/drawing/2014/main" id="{E922C74D-4EA4-9E9B-F804-5016FF7F07FC}"/>
              </a:ext>
            </a:extLst>
          </p:cNvPr>
          <p:cNvSpPr txBox="1">
            <a:spLocks noChangeAspect="1"/>
          </p:cNvSpPr>
          <p:nvPr/>
        </p:nvSpPr>
        <p:spPr>
          <a:xfrm>
            <a:off x="7424830" y="2686037"/>
            <a:ext cx="1100745" cy="3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Segunda Clase</a:t>
            </a:r>
            <a:endParaRPr sz="2000" b="1" dirty="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0" name="Google Shape;953;p40">
            <a:extLst>
              <a:ext uri="{FF2B5EF4-FFF2-40B4-BE49-F238E27FC236}">
                <a16:creationId xmlns:a16="http://schemas.microsoft.com/office/drawing/2014/main" id="{26C708DC-1AE5-D77A-72B4-74E0A8E7EE56}"/>
              </a:ext>
            </a:extLst>
          </p:cNvPr>
          <p:cNvSpPr txBox="1">
            <a:spLocks noChangeAspect="1"/>
          </p:cNvSpPr>
          <p:nvPr/>
        </p:nvSpPr>
        <p:spPr>
          <a:xfrm>
            <a:off x="7424830" y="3510700"/>
            <a:ext cx="1100745" cy="3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Tercera Clase</a:t>
            </a:r>
            <a:endParaRPr sz="2000" b="1" dirty="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3" name="Google Shape;59;p15">
            <a:extLst>
              <a:ext uri="{FF2B5EF4-FFF2-40B4-BE49-F238E27FC236}">
                <a16:creationId xmlns:a16="http://schemas.microsoft.com/office/drawing/2014/main" id="{96379A8A-FB87-B9AE-6F52-5C3B95F8D934}"/>
              </a:ext>
            </a:extLst>
          </p:cNvPr>
          <p:cNvSpPr txBox="1">
            <a:spLocks noChangeAspect="1"/>
          </p:cNvSpPr>
          <p:nvPr/>
        </p:nvSpPr>
        <p:spPr>
          <a:xfrm>
            <a:off x="1729501" y="775274"/>
            <a:ext cx="1656986" cy="37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% Niños</a:t>
            </a:r>
          </a:p>
        </p:txBody>
      </p:sp>
      <p:sp>
        <p:nvSpPr>
          <p:cNvPr id="164" name="Google Shape;59;p15">
            <a:extLst>
              <a:ext uri="{FF2B5EF4-FFF2-40B4-BE49-F238E27FC236}">
                <a16:creationId xmlns:a16="http://schemas.microsoft.com/office/drawing/2014/main" id="{F046B8A8-BF62-8E09-BF36-3C1C301140B3}"/>
              </a:ext>
            </a:extLst>
          </p:cNvPr>
          <p:cNvSpPr txBox="1">
            <a:spLocks noChangeAspect="1"/>
          </p:cNvSpPr>
          <p:nvPr/>
        </p:nvSpPr>
        <p:spPr>
          <a:xfrm>
            <a:off x="6444871" y="730440"/>
            <a:ext cx="1847668" cy="37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% Adultos</a:t>
            </a:r>
          </a:p>
        </p:txBody>
      </p:sp>
      <p:sp>
        <p:nvSpPr>
          <p:cNvPr id="165" name="Google Shape;961;p41">
            <a:extLst>
              <a:ext uri="{FF2B5EF4-FFF2-40B4-BE49-F238E27FC236}">
                <a16:creationId xmlns:a16="http://schemas.microsoft.com/office/drawing/2014/main" id="{81F205E6-8CD0-FF99-5818-B126DA7F91C0}"/>
              </a:ext>
            </a:extLst>
          </p:cNvPr>
          <p:cNvSpPr txBox="1">
            <a:spLocks/>
          </p:cNvSpPr>
          <p:nvPr/>
        </p:nvSpPr>
        <p:spPr>
          <a:xfrm>
            <a:off x="457200" y="151251"/>
            <a:ext cx="82296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5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GB" dirty="0"/>
              <a:t>Distribución de Pasajeros entre Clases</a:t>
            </a:r>
          </a:p>
        </p:txBody>
      </p:sp>
      <p:sp>
        <p:nvSpPr>
          <p:cNvPr id="166" name="Google Shape;163;p18">
            <a:extLst>
              <a:ext uri="{FF2B5EF4-FFF2-40B4-BE49-F238E27FC236}">
                <a16:creationId xmlns:a16="http://schemas.microsoft.com/office/drawing/2014/main" id="{7BF0FBC9-969B-3052-B1B9-56583CA44E9E}"/>
              </a:ext>
            </a:extLst>
          </p:cNvPr>
          <p:cNvSpPr>
            <a:spLocks noChangeAspect="1"/>
          </p:cNvSpPr>
          <p:nvPr/>
        </p:nvSpPr>
        <p:spPr>
          <a:xfrm rot="5400000">
            <a:off x="3018654" y="2683959"/>
            <a:ext cx="2875995" cy="95003"/>
          </a:xfrm>
          <a:custGeom>
            <a:avLst/>
            <a:gdLst/>
            <a:ahLst/>
            <a:cxnLst/>
            <a:rect l="l" t="t" r="r" b="b"/>
            <a:pathLst>
              <a:path w="30422" h="1904" extrusionOk="0">
                <a:moveTo>
                  <a:pt x="1" y="1"/>
                </a:moveTo>
                <a:lnTo>
                  <a:pt x="1" y="1903"/>
                </a:lnTo>
                <a:lnTo>
                  <a:pt x="29470" y="1903"/>
                </a:lnTo>
                <a:lnTo>
                  <a:pt x="29658" y="1890"/>
                </a:lnTo>
                <a:lnTo>
                  <a:pt x="30006" y="1742"/>
                </a:lnTo>
                <a:lnTo>
                  <a:pt x="30261" y="1488"/>
                </a:lnTo>
                <a:lnTo>
                  <a:pt x="30408" y="1140"/>
                </a:lnTo>
                <a:lnTo>
                  <a:pt x="30421" y="952"/>
                </a:lnTo>
                <a:lnTo>
                  <a:pt x="30408" y="751"/>
                </a:lnTo>
                <a:lnTo>
                  <a:pt x="30261" y="416"/>
                </a:lnTo>
                <a:lnTo>
                  <a:pt x="30006" y="148"/>
                </a:lnTo>
                <a:lnTo>
                  <a:pt x="29658" y="14"/>
                </a:lnTo>
                <a:lnTo>
                  <a:pt x="2947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3;p18">
            <a:extLst>
              <a:ext uri="{FF2B5EF4-FFF2-40B4-BE49-F238E27FC236}">
                <a16:creationId xmlns:a16="http://schemas.microsoft.com/office/drawing/2014/main" id="{A1A668A5-30E6-4771-A0A7-3C6FB09A7082}"/>
              </a:ext>
            </a:extLst>
          </p:cNvPr>
          <p:cNvSpPr>
            <a:spLocks noChangeAspect="1"/>
          </p:cNvSpPr>
          <p:nvPr/>
        </p:nvSpPr>
        <p:spPr>
          <a:xfrm rot="16200000">
            <a:off x="2975005" y="2776729"/>
            <a:ext cx="2949345" cy="95701"/>
          </a:xfrm>
          <a:custGeom>
            <a:avLst/>
            <a:gdLst/>
            <a:ahLst/>
            <a:cxnLst/>
            <a:rect l="l" t="t" r="r" b="b"/>
            <a:pathLst>
              <a:path w="30422" h="1904" extrusionOk="0">
                <a:moveTo>
                  <a:pt x="1" y="1"/>
                </a:moveTo>
                <a:lnTo>
                  <a:pt x="1" y="1903"/>
                </a:lnTo>
                <a:lnTo>
                  <a:pt x="29470" y="1903"/>
                </a:lnTo>
                <a:lnTo>
                  <a:pt x="29658" y="1890"/>
                </a:lnTo>
                <a:lnTo>
                  <a:pt x="30006" y="1742"/>
                </a:lnTo>
                <a:lnTo>
                  <a:pt x="30261" y="1488"/>
                </a:lnTo>
                <a:lnTo>
                  <a:pt x="30408" y="1140"/>
                </a:lnTo>
                <a:lnTo>
                  <a:pt x="30421" y="952"/>
                </a:lnTo>
                <a:lnTo>
                  <a:pt x="30408" y="751"/>
                </a:lnTo>
                <a:lnTo>
                  <a:pt x="30261" y="416"/>
                </a:lnTo>
                <a:lnTo>
                  <a:pt x="30006" y="148"/>
                </a:lnTo>
                <a:lnTo>
                  <a:pt x="29658" y="14"/>
                </a:lnTo>
                <a:lnTo>
                  <a:pt x="2947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59;p15">
            <a:extLst>
              <a:ext uri="{FF2B5EF4-FFF2-40B4-BE49-F238E27FC236}">
                <a16:creationId xmlns:a16="http://schemas.microsoft.com/office/drawing/2014/main" id="{A92C1937-7815-BC96-8827-7D57DA6754C1}"/>
              </a:ext>
            </a:extLst>
          </p:cNvPr>
          <p:cNvSpPr txBox="1">
            <a:spLocks noChangeAspect="1"/>
          </p:cNvSpPr>
          <p:nvPr/>
        </p:nvSpPr>
        <p:spPr>
          <a:xfrm>
            <a:off x="2034267" y="4405737"/>
            <a:ext cx="5069893" cy="37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La gran mayoría de niños embarcaron en tercera clase</a:t>
            </a:r>
          </a:p>
        </p:txBody>
      </p:sp>
    </p:spTree>
    <p:extLst>
      <p:ext uri="{BB962C8B-B14F-4D97-AF65-F5344CB8AC3E}">
        <p14:creationId xmlns:p14="http://schemas.microsoft.com/office/powerpoint/2010/main" val="121792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19AE4-A108-ACFB-8E6B-F2DC3F25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15;p40">
            <a:extLst>
              <a:ext uri="{FF2B5EF4-FFF2-40B4-BE49-F238E27FC236}">
                <a16:creationId xmlns:a16="http://schemas.microsoft.com/office/drawing/2014/main" id="{5981A972-CD9E-5BB0-2E25-CE03102A2F6D}"/>
              </a:ext>
            </a:extLst>
          </p:cNvPr>
          <p:cNvSpPr txBox="1">
            <a:spLocks noChangeAspect="1"/>
          </p:cNvSpPr>
          <p:nvPr/>
        </p:nvSpPr>
        <p:spPr>
          <a:xfrm>
            <a:off x="3477264" y="1900217"/>
            <a:ext cx="927682" cy="3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accent2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30</a:t>
            </a:r>
            <a:r>
              <a:rPr lang="en-GB" sz="1800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1800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8" name="Google Shape;926;p40">
            <a:extLst>
              <a:ext uri="{FF2B5EF4-FFF2-40B4-BE49-F238E27FC236}">
                <a16:creationId xmlns:a16="http://schemas.microsoft.com/office/drawing/2014/main" id="{480E4A7E-A74D-6DDE-A452-1F0B11C1B8A6}"/>
              </a:ext>
            </a:extLst>
          </p:cNvPr>
          <p:cNvSpPr txBox="1">
            <a:spLocks noChangeAspect="1"/>
          </p:cNvSpPr>
          <p:nvPr/>
        </p:nvSpPr>
        <p:spPr>
          <a:xfrm>
            <a:off x="3477263" y="2726063"/>
            <a:ext cx="927681" cy="3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accent3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24</a:t>
            </a:r>
            <a:r>
              <a:rPr lang="en-GB" sz="1800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2000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9" name="Google Shape;937;p40">
            <a:extLst>
              <a:ext uri="{FF2B5EF4-FFF2-40B4-BE49-F238E27FC236}">
                <a16:creationId xmlns:a16="http://schemas.microsoft.com/office/drawing/2014/main" id="{05565ABD-100A-F545-E900-E6E925EE985E}"/>
              </a:ext>
            </a:extLst>
          </p:cNvPr>
          <p:cNvSpPr txBox="1">
            <a:spLocks noChangeAspect="1"/>
          </p:cNvSpPr>
          <p:nvPr/>
        </p:nvSpPr>
        <p:spPr>
          <a:xfrm>
            <a:off x="3477264" y="3551910"/>
            <a:ext cx="927680" cy="3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accent4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46</a:t>
            </a:r>
            <a:r>
              <a:rPr lang="en-GB" sz="1800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2000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3" name="Google Shape;59;p15">
            <a:extLst>
              <a:ext uri="{FF2B5EF4-FFF2-40B4-BE49-F238E27FC236}">
                <a16:creationId xmlns:a16="http://schemas.microsoft.com/office/drawing/2014/main" id="{500508C0-C440-2A70-0C46-6BBCFAE82847}"/>
              </a:ext>
            </a:extLst>
          </p:cNvPr>
          <p:cNvSpPr txBox="1">
            <a:spLocks noChangeAspect="1"/>
          </p:cNvSpPr>
          <p:nvPr/>
        </p:nvSpPr>
        <p:spPr>
          <a:xfrm>
            <a:off x="1729501" y="775274"/>
            <a:ext cx="2068777" cy="37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% Mujeres</a:t>
            </a:r>
          </a:p>
        </p:txBody>
      </p:sp>
      <p:sp>
        <p:nvSpPr>
          <p:cNvPr id="164" name="Google Shape;59;p15">
            <a:extLst>
              <a:ext uri="{FF2B5EF4-FFF2-40B4-BE49-F238E27FC236}">
                <a16:creationId xmlns:a16="http://schemas.microsoft.com/office/drawing/2014/main" id="{67CE0A65-5CD1-6347-15BC-2D2C003F0DEF}"/>
              </a:ext>
            </a:extLst>
          </p:cNvPr>
          <p:cNvSpPr txBox="1">
            <a:spLocks/>
          </p:cNvSpPr>
          <p:nvPr/>
        </p:nvSpPr>
        <p:spPr>
          <a:xfrm>
            <a:off x="6444871" y="730440"/>
            <a:ext cx="2306846" cy="37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% Hombres</a:t>
            </a:r>
          </a:p>
        </p:txBody>
      </p:sp>
      <p:sp>
        <p:nvSpPr>
          <p:cNvPr id="165" name="Google Shape;961;p41">
            <a:extLst>
              <a:ext uri="{FF2B5EF4-FFF2-40B4-BE49-F238E27FC236}">
                <a16:creationId xmlns:a16="http://schemas.microsoft.com/office/drawing/2014/main" id="{837323AD-FB9D-4685-8B4F-990E09081D33}"/>
              </a:ext>
            </a:extLst>
          </p:cNvPr>
          <p:cNvSpPr txBox="1">
            <a:spLocks/>
          </p:cNvSpPr>
          <p:nvPr/>
        </p:nvSpPr>
        <p:spPr>
          <a:xfrm>
            <a:off x="457200" y="151251"/>
            <a:ext cx="82296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5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GB" dirty="0"/>
              <a:t>Distribución de Pasajeros entre Clases</a:t>
            </a:r>
          </a:p>
        </p:txBody>
      </p:sp>
      <p:sp>
        <p:nvSpPr>
          <p:cNvPr id="4" name="Google Shape;905;p40">
            <a:extLst>
              <a:ext uri="{FF2B5EF4-FFF2-40B4-BE49-F238E27FC236}">
                <a16:creationId xmlns:a16="http://schemas.microsoft.com/office/drawing/2014/main" id="{320B8E48-702E-3443-CB5E-BEE5D27ED23E}"/>
              </a:ext>
            </a:extLst>
          </p:cNvPr>
          <p:cNvSpPr>
            <a:spLocks noChangeAspect="1"/>
          </p:cNvSpPr>
          <p:nvPr/>
        </p:nvSpPr>
        <p:spPr>
          <a:xfrm>
            <a:off x="2185289" y="1846517"/>
            <a:ext cx="139125" cy="4301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911;p40">
            <a:extLst>
              <a:ext uri="{FF2B5EF4-FFF2-40B4-BE49-F238E27FC236}">
                <a16:creationId xmlns:a16="http://schemas.microsoft.com/office/drawing/2014/main" id="{FE50C56F-5513-8671-5167-C5250D1AC1F5}"/>
              </a:ext>
            </a:extLst>
          </p:cNvPr>
          <p:cNvSpPr>
            <a:spLocks noChangeAspect="1"/>
          </p:cNvSpPr>
          <p:nvPr/>
        </p:nvSpPr>
        <p:spPr>
          <a:xfrm>
            <a:off x="2509915" y="184651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912;p40">
            <a:extLst>
              <a:ext uri="{FF2B5EF4-FFF2-40B4-BE49-F238E27FC236}">
                <a16:creationId xmlns:a16="http://schemas.microsoft.com/office/drawing/2014/main" id="{8EC87FC2-9FE5-C10D-4AC5-07E88672F6DC}"/>
              </a:ext>
            </a:extLst>
          </p:cNvPr>
          <p:cNvSpPr>
            <a:spLocks noChangeAspect="1"/>
          </p:cNvSpPr>
          <p:nvPr/>
        </p:nvSpPr>
        <p:spPr>
          <a:xfrm>
            <a:off x="2838046" y="184651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913;p40">
            <a:extLst>
              <a:ext uri="{FF2B5EF4-FFF2-40B4-BE49-F238E27FC236}">
                <a16:creationId xmlns:a16="http://schemas.microsoft.com/office/drawing/2014/main" id="{082CF69C-2277-368B-739D-24408BC040D9}"/>
              </a:ext>
            </a:extLst>
          </p:cNvPr>
          <p:cNvSpPr>
            <a:spLocks noChangeAspect="1"/>
          </p:cNvSpPr>
          <p:nvPr/>
        </p:nvSpPr>
        <p:spPr>
          <a:xfrm>
            <a:off x="3166177" y="184651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16;p40">
            <a:extLst>
              <a:ext uri="{FF2B5EF4-FFF2-40B4-BE49-F238E27FC236}">
                <a16:creationId xmlns:a16="http://schemas.microsoft.com/office/drawing/2014/main" id="{AA3B8D84-BF45-D356-7B6D-117CD8E075AE}"/>
              </a:ext>
            </a:extLst>
          </p:cNvPr>
          <p:cNvSpPr>
            <a:spLocks noChangeAspect="1"/>
          </p:cNvSpPr>
          <p:nvPr/>
        </p:nvSpPr>
        <p:spPr>
          <a:xfrm>
            <a:off x="1895142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918;p40">
            <a:extLst>
              <a:ext uri="{FF2B5EF4-FFF2-40B4-BE49-F238E27FC236}">
                <a16:creationId xmlns:a16="http://schemas.microsoft.com/office/drawing/2014/main" id="{FD8FAE73-7F24-1C09-D33F-F93E49D45DD7}"/>
              </a:ext>
            </a:extLst>
          </p:cNvPr>
          <p:cNvSpPr>
            <a:spLocks noChangeAspect="1"/>
          </p:cNvSpPr>
          <p:nvPr/>
        </p:nvSpPr>
        <p:spPr>
          <a:xfrm>
            <a:off x="2208504" y="2672363"/>
            <a:ext cx="139125" cy="4301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923;p40">
            <a:extLst>
              <a:ext uri="{FF2B5EF4-FFF2-40B4-BE49-F238E27FC236}">
                <a16:creationId xmlns:a16="http://schemas.microsoft.com/office/drawing/2014/main" id="{F3594FC7-1E4B-22E3-A6BA-8E66D5D21D2A}"/>
              </a:ext>
            </a:extLst>
          </p:cNvPr>
          <p:cNvSpPr>
            <a:spLocks noChangeAspect="1"/>
          </p:cNvSpPr>
          <p:nvPr/>
        </p:nvSpPr>
        <p:spPr>
          <a:xfrm>
            <a:off x="2530316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924;p40">
            <a:extLst>
              <a:ext uri="{FF2B5EF4-FFF2-40B4-BE49-F238E27FC236}">
                <a16:creationId xmlns:a16="http://schemas.microsoft.com/office/drawing/2014/main" id="{5916F96F-85E3-A9D8-473B-6997DE96CAF8}"/>
              </a:ext>
            </a:extLst>
          </p:cNvPr>
          <p:cNvSpPr>
            <a:spLocks noChangeAspect="1"/>
          </p:cNvSpPr>
          <p:nvPr/>
        </p:nvSpPr>
        <p:spPr>
          <a:xfrm>
            <a:off x="2858447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925;p40">
            <a:extLst>
              <a:ext uri="{FF2B5EF4-FFF2-40B4-BE49-F238E27FC236}">
                <a16:creationId xmlns:a16="http://schemas.microsoft.com/office/drawing/2014/main" id="{18FC1A8D-CEB7-CB51-9A53-21DF582F5C1D}"/>
              </a:ext>
            </a:extLst>
          </p:cNvPr>
          <p:cNvSpPr>
            <a:spLocks noChangeAspect="1"/>
          </p:cNvSpPr>
          <p:nvPr/>
        </p:nvSpPr>
        <p:spPr>
          <a:xfrm>
            <a:off x="3186579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927;p40">
            <a:extLst>
              <a:ext uri="{FF2B5EF4-FFF2-40B4-BE49-F238E27FC236}">
                <a16:creationId xmlns:a16="http://schemas.microsoft.com/office/drawing/2014/main" id="{5AD30DE6-4B79-520C-FBC1-C350DD2B97A5}"/>
              </a:ext>
            </a:extLst>
          </p:cNvPr>
          <p:cNvSpPr>
            <a:spLocks noChangeAspect="1"/>
          </p:cNvSpPr>
          <p:nvPr/>
        </p:nvSpPr>
        <p:spPr>
          <a:xfrm>
            <a:off x="1895142" y="349821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928;p40">
            <a:extLst>
              <a:ext uri="{FF2B5EF4-FFF2-40B4-BE49-F238E27FC236}">
                <a16:creationId xmlns:a16="http://schemas.microsoft.com/office/drawing/2014/main" id="{70778F64-FB8B-CAFE-DC15-BA7ADB1AD88E}"/>
              </a:ext>
            </a:extLst>
          </p:cNvPr>
          <p:cNvSpPr>
            <a:spLocks noChangeAspect="1"/>
          </p:cNvSpPr>
          <p:nvPr/>
        </p:nvSpPr>
        <p:spPr>
          <a:xfrm>
            <a:off x="2223273" y="349821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929;p40">
            <a:extLst>
              <a:ext uri="{FF2B5EF4-FFF2-40B4-BE49-F238E27FC236}">
                <a16:creationId xmlns:a16="http://schemas.microsoft.com/office/drawing/2014/main" id="{99078E0A-D592-3E80-BD92-58A43FD11C5D}"/>
              </a:ext>
            </a:extLst>
          </p:cNvPr>
          <p:cNvSpPr>
            <a:spLocks noChangeAspect="1"/>
          </p:cNvSpPr>
          <p:nvPr/>
        </p:nvSpPr>
        <p:spPr>
          <a:xfrm>
            <a:off x="2551405" y="3498210"/>
            <a:ext cx="139125" cy="4301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936;p40">
            <a:extLst>
              <a:ext uri="{FF2B5EF4-FFF2-40B4-BE49-F238E27FC236}">
                <a16:creationId xmlns:a16="http://schemas.microsoft.com/office/drawing/2014/main" id="{95489E71-0C02-9A03-345C-EEA571B6B90C}"/>
              </a:ext>
            </a:extLst>
          </p:cNvPr>
          <p:cNvSpPr>
            <a:spLocks noChangeAspect="1"/>
          </p:cNvSpPr>
          <p:nvPr/>
        </p:nvSpPr>
        <p:spPr>
          <a:xfrm>
            <a:off x="3195372" y="349821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949;p40">
            <a:extLst>
              <a:ext uri="{FF2B5EF4-FFF2-40B4-BE49-F238E27FC236}">
                <a16:creationId xmlns:a16="http://schemas.microsoft.com/office/drawing/2014/main" id="{2A63A801-5D30-1E33-6E8C-BBC7C9CE7DC2}"/>
              </a:ext>
            </a:extLst>
          </p:cNvPr>
          <p:cNvSpPr txBox="1">
            <a:spLocks noChangeAspect="1"/>
          </p:cNvSpPr>
          <p:nvPr/>
        </p:nvSpPr>
        <p:spPr>
          <a:xfrm>
            <a:off x="402863" y="1837737"/>
            <a:ext cx="1100745" cy="3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Primera Clase</a:t>
            </a:r>
            <a:endParaRPr sz="20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" name="Google Shape;951;p40">
            <a:extLst>
              <a:ext uri="{FF2B5EF4-FFF2-40B4-BE49-F238E27FC236}">
                <a16:creationId xmlns:a16="http://schemas.microsoft.com/office/drawing/2014/main" id="{E6F551B5-EB0E-EC74-10C5-AF1F35FC6DD9}"/>
              </a:ext>
            </a:extLst>
          </p:cNvPr>
          <p:cNvSpPr txBox="1">
            <a:spLocks noChangeAspect="1"/>
          </p:cNvSpPr>
          <p:nvPr/>
        </p:nvSpPr>
        <p:spPr>
          <a:xfrm>
            <a:off x="402900" y="2686037"/>
            <a:ext cx="1100745" cy="3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Segunda Clase</a:t>
            </a:r>
            <a:endParaRPr sz="2000" b="1" dirty="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" name="Google Shape;953;p40">
            <a:extLst>
              <a:ext uri="{FF2B5EF4-FFF2-40B4-BE49-F238E27FC236}">
                <a16:creationId xmlns:a16="http://schemas.microsoft.com/office/drawing/2014/main" id="{87EC967E-D559-9A4E-F8DF-A17F73A95C34}"/>
              </a:ext>
            </a:extLst>
          </p:cNvPr>
          <p:cNvSpPr txBox="1">
            <a:spLocks noChangeAspect="1"/>
          </p:cNvSpPr>
          <p:nvPr/>
        </p:nvSpPr>
        <p:spPr>
          <a:xfrm>
            <a:off x="402900" y="3510700"/>
            <a:ext cx="1100745" cy="3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Tercera Clase</a:t>
            </a:r>
            <a:endParaRPr sz="2000" b="1" dirty="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" name="Google Shape;905;p40">
            <a:extLst>
              <a:ext uri="{FF2B5EF4-FFF2-40B4-BE49-F238E27FC236}">
                <a16:creationId xmlns:a16="http://schemas.microsoft.com/office/drawing/2014/main" id="{EF24966B-DA44-910A-29F2-BFD3C514273A}"/>
              </a:ext>
            </a:extLst>
          </p:cNvPr>
          <p:cNvSpPr>
            <a:spLocks noChangeAspect="1"/>
          </p:cNvSpPr>
          <p:nvPr/>
        </p:nvSpPr>
        <p:spPr>
          <a:xfrm>
            <a:off x="6943256" y="1847932"/>
            <a:ext cx="139125" cy="4301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911;p40">
            <a:extLst>
              <a:ext uri="{FF2B5EF4-FFF2-40B4-BE49-F238E27FC236}">
                <a16:creationId xmlns:a16="http://schemas.microsoft.com/office/drawing/2014/main" id="{78F3D727-EA3C-839C-2D79-38109B899349}"/>
              </a:ext>
            </a:extLst>
          </p:cNvPr>
          <p:cNvSpPr>
            <a:spLocks noChangeAspect="1"/>
          </p:cNvSpPr>
          <p:nvPr/>
        </p:nvSpPr>
        <p:spPr>
          <a:xfrm>
            <a:off x="5962368" y="183773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912;p40">
            <a:extLst>
              <a:ext uri="{FF2B5EF4-FFF2-40B4-BE49-F238E27FC236}">
                <a16:creationId xmlns:a16="http://schemas.microsoft.com/office/drawing/2014/main" id="{986B5E2E-84D3-D1DB-8D13-DB7A1AD5FB20}"/>
              </a:ext>
            </a:extLst>
          </p:cNvPr>
          <p:cNvSpPr>
            <a:spLocks noChangeAspect="1"/>
          </p:cNvSpPr>
          <p:nvPr/>
        </p:nvSpPr>
        <p:spPr>
          <a:xfrm>
            <a:off x="6290499" y="183773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913;p40">
            <a:extLst>
              <a:ext uri="{FF2B5EF4-FFF2-40B4-BE49-F238E27FC236}">
                <a16:creationId xmlns:a16="http://schemas.microsoft.com/office/drawing/2014/main" id="{83559BB0-6DE5-609C-C73B-9281BC8639F1}"/>
              </a:ext>
            </a:extLst>
          </p:cNvPr>
          <p:cNvSpPr>
            <a:spLocks noChangeAspect="1"/>
          </p:cNvSpPr>
          <p:nvPr/>
        </p:nvSpPr>
        <p:spPr>
          <a:xfrm>
            <a:off x="6618630" y="183773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918;p40">
            <a:extLst>
              <a:ext uri="{FF2B5EF4-FFF2-40B4-BE49-F238E27FC236}">
                <a16:creationId xmlns:a16="http://schemas.microsoft.com/office/drawing/2014/main" id="{5C735B7F-6DC0-3767-342F-2389B1D3BA9C}"/>
              </a:ext>
            </a:extLst>
          </p:cNvPr>
          <p:cNvSpPr>
            <a:spLocks noChangeAspect="1"/>
          </p:cNvSpPr>
          <p:nvPr/>
        </p:nvSpPr>
        <p:spPr>
          <a:xfrm>
            <a:off x="7268573" y="2686037"/>
            <a:ext cx="139125" cy="4301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923;p40">
            <a:extLst>
              <a:ext uri="{FF2B5EF4-FFF2-40B4-BE49-F238E27FC236}">
                <a16:creationId xmlns:a16="http://schemas.microsoft.com/office/drawing/2014/main" id="{0FDE2A4E-F1AC-6439-3D5A-C30FA1F87F52}"/>
              </a:ext>
            </a:extLst>
          </p:cNvPr>
          <p:cNvSpPr>
            <a:spLocks noChangeAspect="1"/>
          </p:cNvSpPr>
          <p:nvPr/>
        </p:nvSpPr>
        <p:spPr>
          <a:xfrm>
            <a:off x="5962367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924;p40">
            <a:extLst>
              <a:ext uri="{FF2B5EF4-FFF2-40B4-BE49-F238E27FC236}">
                <a16:creationId xmlns:a16="http://schemas.microsoft.com/office/drawing/2014/main" id="{87599CB1-264F-5573-DB57-556078ED9C37}"/>
              </a:ext>
            </a:extLst>
          </p:cNvPr>
          <p:cNvSpPr>
            <a:spLocks noChangeAspect="1"/>
          </p:cNvSpPr>
          <p:nvPr/>
        </p:nvSpPr>
        <p:spPr>
          <a:xfrm>
            <a:off x="6290498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925;p40">
            <a:extLst>
              <a:ext uri="{FF2B5EF4-FFF2-40B4-BE49-F238E27FC236}">
                <a16:creationId xmlns:a16="http://schemas.microsoft.com/office/drawing/2014/main" id="{D79B8512-91BE-DB01-472E-AA55D62C9407}"/>
              </a:ext>
            </a:extLst>
          </p:cNvPr>
          <p:cNvSpPr>
            <a:spLocks noChangeAspect="1"/>
          </p:cNvSpPr>
          <p:nvPr/>
        </p:nvSpPr>
        <p:spPr>
          <a:xfrm>
            <a:off x="6618630" y="267236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928;p40">
            <a:extLst>
              <a:ext uri="{FF2B5EF4-FFF2-40B4-BE49-F238E27FC236}">
                <a16:creationId xmlns:a16="http://schemas.microsoft.com/office/drawing/2014/main" id="{2DBAE452-90CB-5845-E878-210FEE5754E7}"/>
              </a:ext>
            </a:extLst>
          </p:cNvPr>
          <p:cNvSpPr>
            <a:spLocks noChangeAspect="1"/>
          </p:cNvSpPr>
          <p:nvPr/>
        </p:nvSpPr>
        <p:spPr>
          <a:xfrm>
            <a:off x="7275925" y="348943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930;p40">
            <a:extLst>
              <a:ext uri="{FF2B5EF4-FFF2-40B4-BE49-F238E27FC236}">
                <a16:creationId xmlns:a16="http://schemas.microsoft.com/office/drawing/2014/main" id="{161E3D12-B70B-3E2A-A7F7-698117171D33}"/>
              </a:ext>
            </a:extLst>
          </p:cNvPr>
          <p:cNvSpPr>
            <a:spLocks noChangeAspect="1"/>
          </p:cNvSpPr>
          <p:nvPr/>
        </p:nvSpPr>
        <p:spPr>
          <a:xfrm>
            <a:off x="6965035" y="348943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936;p40">
            <a:extLst>
              <a:ext uri="{FF2B5EF4-FFF2-40B4-BE49-F238E27FC236}">
                <a16:creationId xmlns:a16="http://schemas.microsoft.com/office/drawing/2014/main" id="{8502676D-2C54-9EF6-1E80-B131BA1B1841}"/>
              </a:ext>
            </a:extLst>
          </p:cNvPr>
          <p:cNvSpPr>
            <a:spLocks noChangeAspect="1"/>
          </p:cNvSpPr>
          <p:nvPr/>
        </p:nvSpPr>
        <p:spPr>
          <a:xfrm>
            <a:off x="5944440" y="348943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905;p40">
            <a:extLst>
              <a:ext uri="{FF2B5EF4-FFF2-40B4-BE49-F238E27FC236}">
                <a16:creationId xmlns:a16="http://schemas.microsoft.com/office/drawing/2014/main" id="{BCE0871D-660A-BE74-EB29-0A02D1E673E9}"/>
              </a:ext>
            </a:extLst>
          </p:cNvPr>
          <p:cNvSpPr>
            <a:spLocks noChangeAspect="1"/>
          </p:cNvSpPr>
          <p:nvPr/>
        </p:nvSpPr>
        <p:spPr>
          <a:xfrm>
            <a:off x="7267882" y="184651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936;p40">
            <a:extLst>
              <a:ext uri="{FF2B5EF4-FFF2-40B4-BE49-F238E27FC236}">
                <a16:creationId xmlns:a16="http://schemas.microsoft.com/office/drawing/2014/main" id="{598D37C5-E6E1-B1BF-A005-1207CB00042A}"/>
              </a:ext>
            </a:extLst>
          </p:cNvPr>
          <p:cNvSpPr>
            <a:spLocks noChangeAspect="1"/>
          </p:cNvSpPr>
          <p:nvPr/>
        </p:nvSpPr>
        <p:spPr>
          <a:xfrm>
            <a:off x="6290269" y="3492360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949;p40">
            <a:extLst>
              <a:ext uri="{FF2B5EF4-FFF2-40B4-BE49-F238E27FC236}">
                <a16:creationId xmlns:a16="http://schemas.microsoft.com/office/drawing/2014/main" id="{B7E95D4D-C0B0-09DB-2122-3ABBA98A4125}"/>
              </a:ext>
            </a:extLst>
          </p:cNvPr>
          <p:cNvSpPr txBox="1">
            <a:spLocks noChangeAspect="1"/>
          </p:cNvSpPr>
          <p:nvPr/>
        </p:nvSpPr>
        <p:spPr>
          <a:xfrm>
            <a:off x="7424793" y="1837737"/>
            <a:ext cx="1100745" cy="3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Primera Clase</a:t>
            </a:r>
            <a:endParaRPr sz="20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8" name="Google Shape;951;p40">
            <a:extLst>
              <a:ext uri="{FF2B5EF4-FFF2-40B4-BE49-F238E27FC236}">
                <a16:creationId xmlns:a16="http://schemas.microsoft.com/office/drawing/2014/main" id="{800F8D44-9152-0DC1-D943-FEFCC1196159}"/>
              </a:ext>
            </a:extLst>
          </p:cNvPr>
          <p:cNvSpPr txBox="1">
            <a:spLocks noChangeAspect="1"/>
          </p:cNvSpPr>
          <p:nvPr/>
        </p:nvSpPr>
        <p:spPr>
          <a:xfrm>
            <a:off x="7424830" y="2686037"/>
            <a:ext cx="1100745" cy="3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Segunda Clase</a:t>
            </a:r>
            <a:endParaRPr sz="2000" b="1" dirty="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" name="Google Shape;953;p40">
            <a:extLst>
              <a:ext uri="{FF2B5EF4-FFF2-40B4-BE49-F238E27FC236}">
                <a16:creationId xmlns:a16="http://schemas.microsoft.com/office/drawing/2014/main" id="{A197E1D3-9B42-7B47-C9DD-8E3A64401143}"/>
              </a:ext>
            </a:extLst>
          </p:cNvPr>
          <p:cNvSpPr txBox="1">
            <a:spLocks noChangeAspect="1"/>
          </p:cNvSpPr>
          <p:nvPr/>
        </p:nvSpPr>
        <p:spPr>
          <a:xfrm>
            <a:off x="7424830" y="3510700"/>
            <a:ext cx="1100745" cy="3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Tercera Clase</a:t>
            </a:r>
            <a:endParaRPr sz="2000" b="1" dirty="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0" name="Google Shape;915;p40">
            <a:extLst>
              <a:ext uri="{FF2B5EF4-FFF2-40B4-BE49-F238E27FC236}">
                <a16:creationId xmlns:a16="http://schemas.microsoft.com/office/drawing/2014/main" id="{2681ED78-8A34-6739-83B6-E39351725913}"/>
              </a:ext>
            </a:extLst>
          </p:cNvPr>
          <p:cNvSpPr txBox="1">
            <a:spLocks noChangeAspect="1"/>
          </p:cNvSpPr>
          <p:nvPr/>
        </p:nvSpPr>
        <p:spPr>
          <a:xfrm>
            <a:off x="4599757" y="1891437"/>
            <a:ext cx="743027" cy="3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accent2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21%</a:t>
            </a:r>
            <a:endParaRPr sz="1800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1" name="Google Shape;926;p40">
            <a:extLst>
              <a:ext uri="{FF2B5EF4-FFF2-40B4-BE49-F238E27FC236}">
                <a16:creationId xmlns:a16="http://schemas.microsoft.com/office/drawing/2014/main" id="{BC9CC7BD-9B76-FD6C-2F75-2DBEA145C33F}"/>
              </a:ext>
            </a:extLst>
          </p:cNvPr>
          <p:cNvSpPr txBox="1">
            <a:spLocks noChangeAspect="1"/>
          </p:cNvSpPr>
          <p:nvPr/>
        </p:nvSpPr>
        <p:spPr>
          <a:xfrm>
            <a:off x="4599755" y="2717283"/>
            <a:ext cx="743026" cy="3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accent3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19%</a:t>
            </a:r>
            <a:endParaRPr sz="2000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2" name="Google Shape;937;p40">
            <a:extLst>
              <a:ext uri="{FF2B5EF4-FFF2-40B4-BE49-F238E27FC236}">
                <a16:creationId xmlns:a16="http://schemas.microsoft.com/office/drawing/2014/main" id="{9350C000-B6FF-757E-F9A5-B6D31DE71CBB}"/>
              </a:ext>
            </a:extLst>
          </p:cNvPr>
          <p:cNvSpPr txBox="1">
            <a:spLocks noChangeAspect="1"/>
          </p:cNvSpPr>
          <p:nvPr/>
        </p:nvSpPr>
        <p:spPr>
          <a:xfrm>
            <a:off x="4599757" y="3543130"/>
            <a:ext cx="743025" cy="34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accent4"/>
                </a:solidFill>
                <a:latin typeface="Fira Sans Extra Condensed Medium"/>
                <a:ea typeface="Fira Sans Extra Condensed"/>
                <a:cs typeface="Fira Sans Extra Condensed"/>
                <a:sym typeface="Fira Sans Extra Condensed Medium"/>
              </a:rPr>
              <a:t>60%</a:t>
            </a:r>
            <a:endParaRPr sz="2000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3" name="Google Shape;163;p18">
            <a:extLst>
              <a:ext uri="{FF2B5EF4-FFF2-40B4-BE49-F238E27FC236}">
                <a16:creationId xmlns:a16="http://schemas.microsoft.com/office/drawing/2014/main" id="{526D5275-C9E1-C1DE-AF7D-CB024FCE7BFF}"/>
              </a:ext>
            </a:extLst>
          </p:cNvPr>
          <p:cNvSpPr>
            <a:spLocks noChangeAspect="1"/>
          </p:cNvSpPr>
          <p:nvPr/>
        </p:nvSpPr>
        <p:spPr>
          <a:xfrm rot="5400000">
            <a:off x="3018654" y="2683959"/>
            <a:ext cx="2875995" cy="95003"/>
          </a:xfrm>
          <a:custGeom>
            <a:avLst/>
            <a:gdLst/>
            <a:ahLst/>
            <a:cxnLst/>
            <a:rect l="l" t="t" r="r" b="b"/>
            <a:pathLst>
              <a:path w="30422" h="1904" extrusionOk="0">
                <a:moveTo>
                  <a:pt x="1" y="1"/>
                </a:moveTo>
                <a:lnTo>
                  <a:pt x="1" y="1903"/>
                </a:lnTo>
                <a:lnTo>
                  <a:pt x="29470" y="1903"/>
                </a:lnTo>
                <a:lnTo>
                  <a:pt x="29658" y="1890"/>
                </a:lnTo>
                <a:lnTo>
                  <a:pt x="30006" y="1742"/>
                </a:lnTo>
                <a:lnTo>
                  <a:pt x="30261" y="1488"/>
                </a:lnTo>
                <a:lnTo>
                  <a:pt x="30408" y="1140"/>
                </a:lnTo>
                <a:lnTo>
                  <a:pt x="30421" y="952"/>
                </a:lnTo>
                <a:lnTo>
                  <a:pt x="30408" y="751"/>
                </a:lnTo>
                <a:lnTo>
                  <a:pt x="30261" y="416"/>
                </a:lnTo>
                <a:lnTo>
                  <a:pt x="30006" y="148"/>
                </a:lnTo>
                <a:lnTo>
                  <a:pt x="29658" y="14"/>
                </a:lnTo>
                <a:lnTo>
                  <a:pt x="2947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" name="Google Shape;163;p18">
            <a:extLst>
              <a:ext uri="{FF2B5EF4-FFF2-40B4-BE49-F238E27FC236}">
                <a16:creationId xmlns:a16="http://schemas.microsoft.com/office/drawing/2014/main" id="{6E25CF86-364F-AA78-34F7-764E92CF1A16}"/>
              </a:ext>
            </a:extLst>
          </p:cNvPr>
          <p:cNvSpPr>
            <a:spLocks noChangeAspect="1"/>
          </p:cNvSpPr>
          <p:nvPr/>
        </p:nvSpPr>
        <p:spPr>
          <a:xfrm rot="16200000">
            <a:off x="2975005" y="2776729"/>
            <a:ext cx="2949345" cy="95701"/>
          </a:xfrm>
          <a:custGeom>
            <a:avLst/>
            <a:gdLst/>
            <a:ahLst/>
            <a:cxnLst/>
            <a:rect l="l" t="t" r="r" b="b"/>
            <a:pathLst>
              <a:path w="30422" h="1904" extrusionOk="0">
                <a:moveTo>
                  <a:pt x="1" y="1"/>
                </a:moveTo>
                <a:lnTo>
                  <a:pt x="1" y="1903"/>
                </a:lnTo>
                <a:lnTo>
                  <a:pt x="29470" y="1903"/>
                </a:lnTo>
                <a:lnTo>
                  <a:pt x="29658" y="1890"/>
                </a:lnTo>
                <a:lnTo>
                  <a:pt x="30006" y="1742"/>
                </a:lnTo>
                <a:lnTo>
                  <a:pt x="30261" y="1488"/>
                </a:lnTo>
                <a:lnTo>
                  <a:pt x="30408" y="1140"/>
                </a:lnTo>
                <a:lnTo>
                  <a:pt x="30421" y="952"/>
                </a:lnTo>
                <a:lnTo>
                  <a:pt x="30408" y="751"/>
                </a:lnTo>
                <a:lnTo>
                  <a:pt x="30261" y="416"/>
                </a:lnTo>
                <a:lnTo>
                  <a:pt x="30006" y="148"/>
                </a:lnTo>
                <a:lnTo>
                  <a:pt x="29658" y="14"/>
                </a:lnTo>
                <a:lnTo>
                  <a:pt x="2947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936;p40">
            <a:extLst>
              <a:ext uri="{FF2B5EF4-FFF2-40B4-BE49-F238E27FC236}">
                <a16:creationId xmlns:a16="http://schemas.microsoft.com/office/drawing/2014/main" id="{B2449D1E-A5A1-5ABE-C191-2075712B164B}"/>
              </a:ext>
            </a:extLst>
          </p:cNvPr>
          <p:cNvSpPr>
            <a:spLocks noChangeAspect="1"/>
          </p:cNvSpPr>
          <p:nvPr/>
        </p:nvSpPr>
        <p:spPr>
          <a:xfrm>
            <a:off x="2855402" y="3509933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905;p40">
            <a:extLst>
              <a:ext uri="{FF2B5EF4-FFF2-40B4-BE49-F238E27FC236}">
                <a16:creationId xmlns:a16="http://schemas.microsoft.com/office/drawing/2014/main" id="{CBC22D52-79FC-3AE7-DE37-CF016F4E5CB6}"/>
              </a:ext>
            </a:extLst>
          </p:cNvPr>
          <p:cNvSpPr>
            <a:spLocks noChangeAspect="1"/>
          </p:cNvSpPr>
          <p:nvPr/>
        </p:nvSpPr>
        <p:spPr>
          <a:xfrm>
            <a:off x="1898714" y="1849447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59;p15">
            <a:extLst>
              <a:ext uri="{FF2B5EF4-FFF2-40B4-BE49-F238E27FC236}">
                <a16:creationId xmlns:a16="http://schemas.microsoft.com/office/drawing/2014/main" id="{8E6625A5-8862-D530-EE2A-C93ABACBA504}"/>
              </a:ext>
            </a:extLst>
          </p:cNvPr>
          <p:cNvSpPr txBox="1">
            <a:spLocks noChangeAspect="1"/>
          </p:cNvSpPr>
          <p:nvPr/>
        </p:nvSpPr>
        <p:spPr>
          <a:xfrm>
            <a:off x="668215" y="4405737"/>
            <a:ext cx="8083502" cy="37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Mucha dispersion de mujeres entre clases, por lo que si… </a:t>
            </a:r>
            <a:r>
              <a:rPr lang="en-GB" sz="1800" b="1" u="sng" dirty="0">
                <a:solidFill>
                  <a:schemeClr val="accent6"/>
                </a:solidFill>
                <a:latin typeface="Fira Sans Extra Condensed"/>
              </a:rPr>
              <a:t>MUJERES Y NIÑOS PRIMERO</a:t>
            </a:r>
          </a:p>
        </p:txBody>
      </p:sp>
      <p:sp>
        <p:nvSpPr>
          <p:cNvPr id="50" name="Google Shape;925;p40">
            <a:extLst>
              <a:ext uri="{FF2B5EF4-FFF2-40B4-BE49-F238E27FC236}">
                <a16:creationId xmlns:a16="http://schemas.microsoft.com/office/drawing/2014/main" id="{F66DB727-1146-1D9A-3142-771A6D030DDD}"/>
              </a:ext>
            </a:extLst>
          </p:cNvPr>
          <p:cNvSpPr>
            <a:spLocks noChangeAspect="1"/>
          </p:cNvSpPr>
          <p:nvPr/>
        </p:nvSpPr>
        <p:spPr>
          <a:xfrm>
            <a:off x="6955669" y="2692878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930;p40">
            <a:extLst>
              <a:ext uri="{FF2B5EF4-FFF2-40B4-BE49-F238E27FC236}">
                <a16:creationId xmlns:a16="http://schemas.microsoft.com/office/drawing/2014/main" id="{285842F3-9AF1-DA4E-BAA8-719729C6FDC6}"/>
              </a:ext>
            </a:extLst>
          </p:cNvPr>
          <p:cNvSpPr>
            <a:spLocks noChangeAspect="1"/>
          </p:cNvSpPr>
          <p:nvPr/>
        </p:nvSpPr>
        <p:spPr>
          <a:xfrm>
            <a:off x="6625065" y="3501155"/>
            <a:ext cx="139125" cy="43011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809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>
          <a:extLst>
            <a:ext uri="{FF2B5EF4-FFF2-40B4-BE49-F238E27FC236}">
              <a16:creationId xmlns:a16="http://schemas.microsoft.com/office/drawing/2014/main" id="{203AD574-84F8-A86F-C25F-C46C0E5FA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8">
            <a:extLst>
              <a:ext uri="{FF2B5EF4-FFF2-40B4-BE49-F238E27FC236}">
                <a16:creationId xmlns:a16="http://schemas.microsoft.com/office/drawing/2014/main" id="{F6E9708A-A037-CDC1-B9B3-17387FE43F7D}"/>
              </a:ext>
            </a:extLst>
          </p:cNvPr>
          <p:cNvSpPr/>
          <p:nvPr/>
        </p:nvSpPr>
        <p:spPr>
          <a:xfrm rot="10800000">
            <a:off x="2020492" y="3889050"/>
            <a:ext cx="754500" cy="48210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38">
            <a:extLst>
              <a:ext uri="{FF2B5EF4-FFF2-40B4-BE49-F238E27FC236}">
                <a16:creationId xmlns:a16="http://schemas.microsoft.com/office/drawing/2014/main" id="{B754D0A0-DF53-D7CB-0F84-8F0AA7CDCEBD}"/>
              </a:ext>
            </a:extLst>
          </p:cNvPr>
          <p:cNvSpPr/>
          <p:nvPr/>
        </p:nvSpPr>
        <p:spPr>
          <a:xfrm rot="10800000">
            <a:off x="515808" y="4056974"/>
            <a:ext cx="754500" cy="307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38">
            <a:extLst>
              <a:ext uri="{FF2B5EF4-FFF2-40B4-BE49-F238E27FC236}">
                <a16:creationId xmlns:a16="http://schemas.microsoft.com/office/drawing/2014/main" id="{36A884BE-FEE2-0D73-47E2-A2115D507397}"/>
              </a:ext>
            </a:extLst>
          </p:cNvPr>
          <p:cNvSpPr txBox="1"/>
          <p:nvPr/>
        </p:nvSpPr>
        <p:spPr>
          <a:xfrm rot="-5400000">
            <a:off x="1236367" y="3678244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60%</a:t>
            </a:r>
            <a:endParaRPr sz="27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25" name="Google Shape;825;p38">
            <a:extLst>
              <a:ext uri="{FF2B5EF4-FFF2-40B4-BE49-F238E27FC236}">
                <a16:creationId xmlns:a16="http://schemas.microsoft.com/office/drawing/2014/main" id="{893F0B39-AEE1-D554-5CA4-4C47063D7C9C}"/>
              </a:ext>
            </a:extLst>
          </p:cNvPr>
          <p:cNvSpPr/>
          <p:nvPr/>
        </p:nvSpPr>
        <p:spPr>
          <a:xfrm rot="10800000">
            <a:off x="1269521" y="4240305"/>
            <a:ext cx="754500" cy="1251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8">
            <a:extLst>
              <a:ext uri="{FF2B5EF4-FFF2-40B4-BE49-F238E27FC236}">
                <a16:creationId xmlns:a16="http://schemas.microsoft.com/office/drawing/2014/main" id="{437B59DA-B6E8-891B-68ED-63E068ADF3A0}"/>
              </a:ext>
            </a:extLst>
          </p:cNvPr>
          <p:cNvSpPr txBox="1"/>
          <p:nvPr/>
        </p:nvSpPr>
        <p:spPr>
          <a:xfrm>
            <a:off x="467733" y="948557"/>
            <a:ext cx="103575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Segunda Clase</a:t>
            </a:r>
            <a:endParaRPr sz="1200" b="1" dirty="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29" name="Google Shape;829;p38">
            <a:extLst>
              <a:ext uri="{FF2B5EF4-FFF2-40B4-BE49-F238E27FC236}">
                <a16:creationId xmlns:a16="http://schemas.microsoft.com/office/drawing/2014/main" id="{FD3E465E-782B-0AB0-B02F-362B61AAD35C}"/>
              </a:ext>
            </a:extLst>
          </p:cNvPr>
          <p:cNvSpPr txBox="1"/>
          <p:nvPr/>
        </p:nvSpPr>
        <p:spPr>
          <a:xfrm>
            <a:off x="467733" y="738294"/>
            <a:ext cx="103575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Primera Clase</a:t>
            </a:r>
            <a:endParaRPr sz="12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31" name="Google Shape;831;p38">
            <a:extLst>
              <a:ext uri="{FF2B5EF4-FFF2-40B4-BE49-F238E27FC236}">
                <a16:creationId xmlns:a16="http://schemas.microsoft.com/office/drawing/2014/main" id="{E9F07B3C-D8CC-73B9-22F9-1625B0D2E151}"/>
              </a:ext>
            </a:extLst>
          </p:cNvPr>
          <p:cNvSpPr txBox="1"/>
          <p:nvPr/>
        </p:nvSpPr>
        <p:spPr>
          <a:xfrm>
            <a:off x="467733" y="1158819"/>
            <a:ext cx="103575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Tercera Clase</a:t>
            </a:r>
            <a:endParaRPr sz="12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819;p38">
            <a:extLst>
              <a:ext uri="{FF2B5EF4-FFF2-40B4-BE49-F238E27FC236}">
                <a16:creationId xmlns:a16="http://schemas.microsoft.com/office/drawing/2014/main" id="{142115FF-1812-26BB-FBF3-354AD19BBE03}"/>
              </a:ext>
            </a:extLst>
          </p:cNvPr>
          <p:cNvSpPr/>
          <p:nvPr/>
        </p:nvSpPr>
        <p:spPr>
          <a:xfrm rot="10800000">
            <a:off x="4893539" y="4318902"/>
            <a:ext cx="7545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820;p38">
            <a:extLst>
              <a:ext uri="{FF2B5EF4-FFF2-40B4-BE49-F238E27FC236}">
                <a16:creationId xmlns:a16="http://schemas.microsoft.com/office/drawing/2014/main" id="{AE455A46-EAF6-D6A3-108C-DD75AA4AE4F0}"/>
              </a:ext>
            </a:extLst>
          </p:cNvPr>
          <p:cNvSpPr txBox="1"/>
          <p:nvPr/>
        </p:nvSpPr>
        <p:spPr>
          <a:xfrm rot="-5400000">
            <a:off x="4865063" y="3671708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85%</a:t>
            </a:r>
            <a:endParaRPr sz="27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" name="Google Shape;821;p38">
            <a:extLst>
              <a:ext uri="{FF2B5EF4-FFF2-40B4-BE49-F238E27FC236}">
                <a16:creationId xmlns:a16="http://schemas.microsoft.com/office/drawing/2014/main" id="{7EA3C99B-FA43-CC0A-6C50-290D02F6E8B6}"/>
              </a:ext>
            </a:extLst>
          </p:cNvPr>
          <p:cNvSpPr/>
          <p:nvPr/>
        </p:nvSpPr>
        <p:spPr>
          <a:xfrm rot="10800000">
            <a:off x="3388855" y="3952189"/>
            <a:ext cx="754500" cy="4058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822;p38">
            <a:extLst>
              <a:ext uri="{FF2B5EF4-FFF2-40B4-BE49-F238E27FC236}">
                <a16:creationId xmlns:a16="http://schemas.microsoft.com/office/drawing/2014/main" id="{C8AF1003-C81E-4E1F-A050-D7102010E21D}"/>
              </a:ext>
            </a:extLst>
          </p:cNvPr>
          <p:cNvSpPr txBox="1"/>
          <p:nvPr/>
        </p:nvSpPr>
        <p:spPr>
          <a:xfrm rot="-5400000">
            <a:off x="4109414" y="3671708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60%</a:t>
            </a:r>
            <a:endParaRPr sz="27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" name="Google Shape;825;p38">
            <a:extLst>
              <a:ext uri="{FF2B5EF4-FFF2-40B4-BE49-F238E27FC236}">
                <a16:creationId xmlns:a16="http://schemas.microsoft.com/office/drawing/2014/main" id="{29768E0A-3301-FA9D-D930-80502E7E4C84}"/>
              </a:ext>
            </a:extLst>
          </p:cNvPr>
          <p:cNvSpPr/>
          <p:nvPr/>
        </p:nvSpPr>
        <p:spPr>
          <a:xfrm rot="10800000">
            <a:off x="4142568" y="4284908"/>
            <a:ext cx="754500" cy="827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19;p38">
            <a:extLst>
              <a:ext uri="{FF2B5EF4-FFF2-40B4-BE49-F238E27FC236}">
                <a16:creationId xmlns:a16="http://schemas.microsoft.com/office/drawing/2014/main" id="{07AAE784-4A4B-BD99-EC83-604EDDD942FD}"/>
              </a:ext>
            </a:extLst>
          </p:cNvPr>
          <p:cNvSpPr/>
          <p:nvPr/>
        </p:nvSpPr>
        <p:spPr>
          <a:xfrm rot="10800000">
            <a:off x="7881664" y="3617557"/>
            <a:ext cx="754500" cy="7536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821;p38">
            <a:extLst>
              <a:ext uri="{FF2B5EF4-FFF2-40B4-BE49-F238E27FC236}">
                <a16:creationId xmlns:a16="http://schemas.microsoft.com/office/drawing/2014/main" id="{4FE48B11-275C-FDAD-9E8C-45CBC5361DFE}"/>
              </a:ext>
            </a:extLst>
          </p:cNvPr>
          <p:cNvSpPr/>
          <p:nvPr/>
        </p:nvSpPr>
        <p:spPr>
          <a:xfrm rot="10800000">
            <a:off x="6376980" y="2150594"/>
            <a:ext cx="754500" cy="22140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822;p38">
            <a:extLst>
              <a:ext uri="{FF2B5EF4-FFF2-40B4-BE49-F238E27FC236}">
                <a16:creationId xmlns:a16="http://schemas.microsoft.com/office/drawing/2014/main" id="{ABACCB1A-0EFA-7DBD-0BAB-0F17D660F7D2}"/>
              </a:ext>
            </a:extLst>
          </p:cNvPr>
          <p:cNvSpPr txBox="1"/>
          <p:nvPr/>
        </p:nvSpPr>
        <p:spPr>
          <a:xfrm rot="-5400000">
            <a:off x="7097539" y="3678244"/>
            <a:ext cx="815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60%</a:t>
            </a:r>
            <a:endParaRPr sz="27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825;p38">
            <a:extLst>
              <a:ext uri="{FF2B5EF4-FFF2-40B4-BE49-F238E27FC236}">
                <a16:creationId xmlns:a16="http://schemas.microsoft.com/office/drawing/2014/main" id="{32628E2C-19D0-87F5-A86C-772AAFFA29C5}"/>
              </a:ext>
            </a:extLst>
          </p:cNvPr>
          <p:cNvSpPr/>
          <p:nvPr/>
        </p:nvSpPr>
        <p:spPr>
          <a:xfrm rot="10800000">
            <a:off x="7130693" y="3356733"/>
            <a:ext cx="754500" cy="100868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961;p41">
            <a:extLst>
              <a:ext uri="{FF2B5EF4-FFF2-40B4-BE49-F238E27FC236}">
                <a16:creationId xmlns:a16="http://schemas.microsoft.com/office/drawing/2014/main" id="{ED01CB8C-03BF-2FC3-4FB6-6DAAD975D363}"/>
              </a:ext>
            </a:extLst>
          </p:cNvPr>
          <p:cNvSpPr txBox="1">
            <a:spLocks/>
          </p:cNvSpPr>
          <p:nvPr/>
        </p:nvSpPr>
        <p:spPr>
          <a:xfrm>
            <a:off x="457200" y="151251"/>
            <a:ext cx="82296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5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GB" dirty="0"/>
              <a:t>Ciudad de Embarque y Clases</a:t>
            </a:r>
          </a:p>
        </p:txBody>
      </p:sp>
      <p:sp>
        <p:nvSpPr>
          <p:cNvPr id="17" name="Google Shape;59;p15">
            <a:extLst>
              <a:ext uri="{FF2B5EF4-FFF2-40B4-BE49-F238E27FC236}">
                <a16:creationId xmlns:a16="http://schemas.microsoft.com/office/drawing/2014/main" id="{017B2D65-EEA2-BBD9-1DB0-DBD6497CB45C}"/>
              </a:ext>
            </a:extLst>
          </p:cNvPr>
          <p:cNvSpPr txBox="1">
            <a:spLocks noChangeAspect="1"/>
          </p:cNvSpPr>
          <p:nvPr/>
        </p:nvSpPr>
        <p:spPr>
          <a:xfrm>
            <a:off x="1105247" y="4389312"/>
            <a:ext cx="2068777" cy="37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Cherbourg</a:t>
            </a:r>
          </a:p>
        </p:txBody>
      </p:sp>
      <p:sp>
        <p:nvSpPr>
          <p:cNvPr id="18" name="Google Shape;59;p15">
            <a:extLst>
              <a:ext uri="{FF2B5EF4-FFF2-40B4-BE49-F238E27FC236}">
                <a16:creationId xmlns:a16="http://schemas.microsoft.com/office/drawing/2014/main" id="{1AF45273-5217-0C17-60FC-6451C54389BA}"/>
              </a:ext>
            </a:extLst>
          </p:cNvPr>
          <p:cNvSpPr txBox="1">
            <a:spLocks noChangeAspect="1"/>
          </p:cNvSpPr>
          <p:nvPr/>
        </p:nvSpPr>
        <p:spPr>
          <a:xfrm>
            <a:off x="3983260" y="4357076"/>
            <a:ext cx="2068777" cy="37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Queenstown</a:t>
            </a:r>
          </a:p>
        </p:txBody>
      </p:sp>
      <p:sp>
        <p:nvSpPr>
          <p:cNvPr id="19" name="Google Shape;59;p15">
            <a:extLst>
              <a:ext uri="{FF2B5EF4-FFF2-40B4-BE49-F238E27FC236}">
                <a16:creationId xmlns:a16="http://schemas.microsoft.com/office/drawing/2014/main" id="{93947C39-4B9E-3730-883D-7700D2E9CE23}"/>
              </a:ext>
            </a:extLst>
          </p:cNvPr>
          <p:cNvSpPr txBox="1">
            <a:spLocks noChangeAspect="1"/>
          </p:cNvSpPr>
          <p:nvPr/>
        </p:nvSpPr>
        <p:spPr>
          <a:xfrm>
            <a:off x="6887651" y="4360006"/>
            <a:ext cx="2068777" cy="37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 sz="1800" b="1" dirty="0">
                <a:solidFill>
                  <a:schemeClr val="accent6"/>
                </a:solidFill>
                <a:latin typeface="Fira Sans Extra Condensed"/>
              </a:rPr>
              <a:t>Southampton</a:t>
            </a:r>
          </a:p>
        </p:txBody>
      </p:sp>
      <p:grpSp>
        <p:nvGrpSpPr>
          <p:cNvPr id="20" name="Google Shape;69;p16">
            <a:extLst>
              <a:ext uri="{FF2B5EF4-FFF2-40B4-BE49-F238E27FC236}">
                <a16:creationId xmlns:a16="http://schemas.microsoft.com/office/drawing/2014/main" id="{5D94D577-EAFD-9DFC-69EA-FA389B695F18}"/>
              </a:ext>
            </a:extLst>
          </p:cNvPr>
          <p:cNvGrpSpPr/>
          <p:nvPr/>
        </p:nvGrpSpPr>
        <p:grpSpPr>
          <a:xfrm>
            <a:off x="164222" y="1920904"/>
            <a:ext cx="8645669" cy="2218924"/>
            <a:chOff x="1693075" y="2236235"/>
            <a:chExt cx="6358500" cy="1640748"/>
          </a:xfrm>
        </p:grpSpPr>
        <p:cxnSp>
          <p:nvCxnSpPr>
            <p:cNvPr id="23" name="Google Shape;72;p16">
              <a:extLst>
                <a:ext uri="{FF2B5EF4-FFF2-40B4-BE49-F238E27FC236}">
                  <a16:creationId xmlns:a16="http://schemas.microsoft.com/office/drawing/2014/main" id="{A8FE4B04-368B-8E2F-44DF-B0C08BEE1259}"/>
                </a:ext>
              </a:extLst>
            </p:cNvPr>
            <p:cNvCxnSpPr/>
            <p:nvPr/>
          </p:nvCxnSpPr>
          <p:spPr>
            <a:xfrm>
              <a:off x="1693075" y="2236235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73;p16">
              <a:extLst>
                <a:ext uri="{FF2B5EF4-FFF2-40B4-BE49-F238E27FC236}">
                  <a16:creationId xmlns:a16="http://schemas.microsoft.com/office/drawing/2014/main" id="{9B9DE7E1-0579-65FC-2EC8-CC3FB32801A4}"/>
                </a:ext>
              </a:extLst>
            </p:cNvPr>
            <p:cNvCxnSpPr/>
            <p:nvPr/>
          </p:nvCxnSpPr>
          <p:spPr>
            <a:xfrm>
              <a:off x="1693075" y="2470628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74;p16">
              <a:extLst>
                <a:ext uri="{FF2B5EF4-FFF2-40B4-BE49-F238E27FC236}">
                  <a16:creationId xmlns:a16="http://schemas.microsoft.com/office/drawing/2014/main" id="{A0A462BB-E2C7-6C55-5933-70B034C835E0}"/>
                </a:ext>
              </a:extLst>
            </p:cNvPr>
            <p:cNvCxnSpPr/>
            <p:nvPr/>
          </p:nvCxnSpPr>
          <p:spPr>
            <a:xfrm>
              <a:off x="1693075" y="2705020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75;p16">
              <a:extLst>
                <a:ext uri="{FF2B5EF4-FFF2-40B4-BE49-F238E27FC236}">
                  <a16:creationId xmlns:a16="http://schemas.microsoft.com/office/drawing/2014/main" id="{BF362B1C-A562-62C8-2AE6-AAB408073AF6}"/>
                </a:ext>
              </a:extLst>
            </p:cNvPr>
            <p:cNvCxnSpPr/>
            <p:nvPr/>
          </p:nvCxnSpPr>
          <p:spPr>
            <a:xfrm>
              <a:off x="1693075" y="2939413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76;p16">
              <a:extLst>
                <a:ext uri="{FF2B5EF4-FFF2-40B4-BE49-F238E27FC236}">
                  <a16:creationId xmlns:a16="http://schemas.microsoft.com/office/drawing/2014/main" id="{61A8F103-C34E-919F-0138-88D3FBE68976}"/>
                </a:ext>
              </a:extLst>
            </p:cNvPr>
            <p:cNvCxnSpPr/>
            <p:nvPr/>
          </p:nvCxnSpPr>
          <p:spPr>
            <a:xfrm>
              <a:off x="1693075" y="3173805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77;p16">
              <a:extLst>
                <a:ext uri="{FF2B5EF4-FFF2-40B4-BE49-F238E27FC236}">
                  <a16:creationId xmlns:a16="http://schemas.microsoft.com/office/drawing/2014/main" id="{C3DF06ED-F65D-1541-307D-032CFECF6B81}"/>
                </a:ext>
              </a:extLst>
            </p:cNvPr>
            <p:cNvCxnSpPr/>
            <p:nvPr/>
          </p:nvCxnSpPr>
          <p:spPr>
            <a:xfrm>
              <a:off x="1693075" y="3408198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78;p16">
              <a:extLst>
                <a:ext uri="{FF2B5EF4-FFF2-40B4-BE49-F238E27FC236}">
                  <a16:creationId xmlns:a16="http://schemas.microsoft.com/office/drawing/2014/main" id="{642E563C-F1B7-ADC5-3CF7-ECC801093AB8}"/>
                </a:ext>
              </a:extLst>
            </p:cNvPr>
            <p:cNvCxnSpPr/>
            <p:nvPr/>
          </p:nvCxnSpPr>
          <p:spPr>
            <a:xfrm>
              <a:off x="1693075" y="3642590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79;p16">
              <a:extLst>
                <a:ext uri="{FF2B5EF4-FFF2-40B4-BE49-F238E27FC236}">
                  <a16:creationId xmlns:a16="http://schemas.microsoft.com/office/drawing/2014/main" id="{54AA8A78-6F97-D93D-1FFC-AA8C833048C6}"/>
                </a:ext>
              </a:extLst>
            </p:cNvPr>
            <p:cNvCxnSpPr/>
            <p:nvPr/>
          </p:nvCxnSpPr>
          <p:spPr>
            <a:xfrm>
              <a:off x="1693075" y="3876983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1" name="Google Shape;80;p16">
            <a:extLst>
              <a:ext uri="{FF2B5EF4-FFF2-40B4-BE49-F238E27FC236}">
                <a16:creationId xmlns:a16="http://schemas.microsoft.com/office/drawing/2014/main" id="{9C16A60D-8272-C228-1348-41C37299179B}"/>
              </a:ext>
            </a:extLst>
          </p:cNvPr>
          <p:cNvCxnSpPr>
            <a:cxnSpLocks/>
          </p:cNvCxnSpPr>
          <p:nvPr/>
        </p:nvCxnSpPr>
        <p:spPr>
          <a:xfrm>
            <a:off x="164231" y="4369658"/>
            <a:ext cx="866289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2" name="Google Shape;81;p16">
            <a:extLst>
              <a:ext uri="{FF2B5EF4-FFF2-40B4-BE49-F238E27FC236}">
                <a16:creationId xmlns:a16="http://schemas.microsoft.com/office/drawing/2014/main" id="{904B7698-5D02-D52B-C6E9-7285889E92B5}"/>
              </a:ext>
            </a:extLst>
          </p:cNvPr>
          <p:cNvGrpSpPr/>
          <p:nvPr/>
        </p:nvGrpSpPr>
        <p:grpSpPr>
          <a:xfrm>
            <a:off x="-264419" y="1749721"/>
            <a:ext cx="816637" cy="2490586"/>
            <a:chOff x="1092485" y="2352565"/>
            <a:chExt cx="600600" cy="1841625"/>
          </a:xfrm>
        </p:grpSpPr>
        <p:sp>
          <p:nvSpPr>
            <p:cNvPr id="33" name="Google Shape;82;p16">
              <a:extLst>
                <a:ext uri="{FF2B5EF4-FFF2-40B4-BE49-F238E27FC236}">
                  <a16:creationId xmlns:a16="http://schemas.microsoft.com/office/drawing/2014/main" id="{75708264-737B-BB37-5FDA-8BDEE0FE6675}"/>
                </a:ext>
              </a:extLst>
            </p:cNvPr>
            <p:cNvSpPr txBox="1"/>
            <p:nvPr/>
          </p:nvSpPr>
          <p:spPr>
            <a:xfrm>
              <a:off x="1092485" y="3993190"/>
              <a:ext cx="600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50</a:t>
              </a:r>
              <a:endParaRPr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" name="Google Shape;83;p16">
              <a:extLst>
                <a:ext uri="{FF2B5EF4-FFF2-40B4-BE49-F238E27FC236}">
                  <a16:creationId xmlns:a16="http://schemas.microsoft.com/office/drawing/2014/main" id="{96C963F6-C523-04F1-7454-FB16EB224922}"/>
                </a:ext>
              </a:extLst>
            </p:cNvPr>
            <p:cNvSpPr txBox="1"/>
            <p:nvPr/>
          </p:nvSpPr>
          <p:spPr>
            <a:xfrm>
              <a:off x="1092485" y="3758815"/>
              <a:ext cx="600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" name="Google Shape;84;p16">
              <a:extLst>
                <a:ext uri="{FF2B5EF4-FFF2-40B4-BE49-F238E27FC236}">
                  <a16:creationId xmlns:a16="http://schemas.microsoft.com/office/drawing/2014/main" id="{57792763-ACA2-A859-69AA-1AB799703B38}"/>
                </a:ext>
              </a:extLst>
            </p:cNvPr>
            <p:cNvSpPr txBox="1"/>
            <p:nvPr/>
          </p:nvSpPr>
          <p:spPr>
            <a:xfrm>
              <a:off x="1092485" y="3524440"/>
              <a:ext cx="600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150</a:t>
              </a:r>
              <a:endParaRPr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" name="Google Shape;85;p16">
              <a:extLst>
                <a:ext uri="{FF2B5EF4-FFF2-40B4-BE49-F238E27FC236}">
                  <a16:creationId xmlns:a16="http://schemas.microsoft.com/office/drawing/2014/main" id="{729E3204-9324-E15C-D47B-E9432F6AA72C}"/>
                </a:ext>
              </a:extLst>
            </p:cNvPr>
            <p:cNvSpPr txBox="1"/>
            <p:nvPr/>
          </p:nvSpPr>
          <p:spPr>
            <a:xfrm>
              <a:off x="1092485" y="3290065"/>
              <a:ext cx="600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200</a:t>
              </a:r>
              <a:endParaRPr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" name="Google Shape;86;p16">
              <a:extLst>
                <a:ext uri="{FF2B5EF4-FFF2-40B4-BE49-F238E27FC236}">
                  <a16:creationId xmlns:a16="http://schemas.microsoft.com/office/drawing/2014/main" id="{05DE2D66-EB19-96E9-2F10-2CB41E7E06FE}"/>
                </a:ext>
              </a:extLst>
            </p:cNvPr>
            <p:cNvSpPr txBox="1"/>
            <p:nvPr/>
          </p:nvSpPr>
          <p:spPr>
            <a:xfrm>
              <a:off x="1092485" y="3055690"/>
              <a:ext cx="600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250</a:t>
              </a:r>
              <a:endParaRPr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" name="Google Shape;87;p16">
              <a:extLst>
                <a:ext uri="{FF2B5EF4-FFF2-40B4-BE49-F238E27FC236}">
                  <a16:creationId xmlns:a16="http://schemas.microsoft.com/office/drawing/2014/main" id="{70B76D63-AA2C-46CD-917C-E6A862F6EEB5}"/>
                </a:ext>
              </a:extLst>
            </p:cNvPr>
            <p:cNvSpPr txBox="1"/>
            <p:nvPr/>
          </p:nvSpPr>
          <p:spPr>
            <a:xfrm>
              <a:off x="1092485" y="2821315"/>
              <a:ext cx="600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" name="Google Shape;88;p16">
              <a:extLst>
                <a:ext uri="{FF2B5EF4-FFF2-40B4-BE49-F238E27FC236}">
                  <a16:creationId xmlns:a16="http://schemas.microsoft.com/office/drawing/2014/main" id="{59024953-F437-0DE6-CA2F-99747DB83E8E}"/>
                </a:ext>
              </a:extLst>
            </p:cNvPr>
            <p:cNvSpPr txBox="1"/>
            <p:nvPr/>
          </p:nvSpPr>
          <p:spPr>
            <a:xfrm>
              <a:off x="1092485" y="2586940"/>
              <a:ext cx="600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350</a:t>
              </a:r>
              <a:endParaRPr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" name="Google Shape;89;p16">
              <a:extLst>
                <a:ext uri="{FF2B5EF4-FFF2-40B4-BE49-F238E27FC236}">
                  <a16:creationId xmlns:a16="http://schemas.microsoft.com/office/drawing/2014/main" id="{91FE1A9D-99C7-1D97-E1D7-736C5632C08A}"/>
                </a:ext>
              </a:extLst>
            </p:cNvPr>
            <p:cNvSpPr txBox="1"/>
            <p:nvPr/>
          </p:nvSpPr>
          <p:spPr>
            <a:xfrm>
              <a:off x="1092485" y="2352565"/>
              <a:ext cx="600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400</a:t>
              </a:r>
              <a:endParaRPr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C7A0D5C-7977-CE79-87C1-A1DBC9857F3D}"/>
              </a:ext>
            </a:extLst>
          </p:cNvPr>
          <p:cNvSpPr txBox="1"/>
          <p:nvPr/>
        </p:nvSpPr>
        <p:spPr>
          <a:xfrm>
            <a:off x="6556098" y="1918124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353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0264F0B-9768-B9B1-1C44-32A41624BD03}"/>
              </a:ext>
            </a:extLst>
          </p:cNvPr>
          <p:cNvSpPr txBox="1"/>
          <p:nvPr/>
        </p:nvSpPr>
        <p:spPr>
          <a:xfrm>
            <a:off x="7306958" y="310890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164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684BD18-F1E8-DC03-21A8-E17443EDCF03}"/>
              </a:ext>
            </a:extLst>
          </p:cNvPr>
          <p:cNvSpPr txBox="1"/>
          <p:nvPr/>
        </p:nvSpPr>
        <p:spPr>
          <a:xfrm>
            <a:off x="8060783" y="3379961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127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4CB4697-2679-99DC-9EFE-6DAB9F8A7C7F}"/>
              </a:ext>
            </a:extLst>
          </p:cNvPr>
          <p:cNvSpPr txBox="1"/>
          <p:nvPr/>
        </p:nvSpPr>
        <p:spPr>
          <a:xfrm>
            <a:off x="5107825" y="4090507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2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087FE86E-04DA-2525-581D-86FCF283FC5A}"/>
              </a:ext>
            </a:extLst>
          </p:cNvPr>
          <p:cNvSpPr txBox="1"/>
          <p:nvPr/>
        </p:nvSpPr>
        <p:spPr>
          <a:xfrm>
            <a:off x="4388317" y="4056975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3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049805D-5855-E111-B22D-408F28656C2C}"/>
              </a:ext>
            </a:extLst>
          </p:cNvPr>
          <p:cNvSpPr txBox="1"/>
          <p:nvPr/>
        </p:nvSpPr>
        <p:spPr>
          <a:xfrm>
            <a:off x="3557777" y="372229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72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796F1C45-8033-A74C-1AA7-2F664BD701A8}"/>
              </a:ext>
            </a:extLst>
          </p:cNvPr>
          <p:cNvSpPr txBox="1"/>
          <p:nvPr/>
        </p:nvSpPr>
        <p:spPr>
          <a:xfrm>
            <a:off x="2210310" y="3642829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85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36D0239-C059-F938-CC37-96A65E03597F}"/>
              </a:ext>
            </a:extLst>
          </p:cNvPr>
          <p:cNvSpPr txBox="1"/>
          <p:nvPr/>
        </p:nvSpPr>
        <p:spPr>
          <a:xfrm>
            <a:off x="1468440" y="4016491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17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B188D1E-63F5-7936-24CC-57C24797E518}"/>
              </a:ext>
            </a:extLst>
          </p:cNvPr>
          <p:cNvSpPr txBox="1"/>
          <p:nvPr/>
        </p:nvSpPr>
        <p:spPr>
          <a:xfrm>
            <a:off x="714197" y="3819521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3415092085"/>
      </p:ext>
    </p:extLst>
  </p:cSld>
  <p:clrMapOvr>
    <a:masterClrMapping/>
  </p:clrMapOvr>
</p:sld>
</file>

<file path=ppt/theme/theme1.xml><?xml version="1.0" encoding="utf-8"?>
<a:theme xmlns:a="http://schemas.openxmlformats.org/drawingml/2006/main" name="Statistics &amp; Results Infographics by Slidesgo">
  <a:themeElements>
    <a:clrScheme name="Simple Light">
      <a:dk1>
        <a:srgbClr val="272727"/>
      </a:dk1>
      <a:lt1>
        <a:srgbClr val="FFFFFF"/>
      </a:lt1>
      <a:dk2>
        <a:srgbClr val="595959"/>
      </a:dk2>
      <a:lt2>
        <a:srgbClr val="DDDDDD"/>
      </a:lt2>
      <a:accent1>
        <a:srgbClr val="A4EBFC"/>
      </a:accent1>
      <a:accent2>
        <a:srgbClr val="52DEFF"/>
      </a:accent2>
      <a:accent3>
        <a:srgbClr val="3DC6EF"/>
      </a:accent3>
      <a:accent4>
        <a:srgbClr val="2F91D6"/>
      </a:accent4>
      <a:accent5>
        <a:srgbClr val="0071BC"/>
      </a:accent5>
      <a:accent6>
        <a:srgbClr val="003E78"/>
      </a:accent6>
      <a:hlink>
        <a:srgbClr val="00354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209</Words>
  <Application>Microsoft Macintosh PowerPoint</Application>
  <PresentationFormat>Presentación en pantalla (16:9)</PresentationFormat>
  <Paragraphs>115</Paragraphs>
  <Slides>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Fira Sans Extra Condensed</vt:lpstr>
      <vt:lpstr>Fira Sans Extra Condensed Medium</vt:lpstr>
      <vt:lpstr>Roboto</vt:lpstr>
      <vt:lpstr>Poppins</vt:lpstr>
      <vt:lpstr>Statistics &amp; Results Infographics by Slidesgo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Jorge Gutiérrez pULIDO</cp:lastModifiedBy>
  <cp:revision>8</cp:revision>
  <dcterms:modified xsi:type="dcterms:W3CDTF">2025-12-08T21:39:01Z</dcterms:modified>
</cp:coreProperties>
</file>